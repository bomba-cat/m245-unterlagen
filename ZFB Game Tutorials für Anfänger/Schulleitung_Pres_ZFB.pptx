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;p3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5" name="Google Shape;11;p3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6" name="Google Shape;12;p3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" name="Google Shape;13;p3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" name="Google Shape;14;p3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9" name="Google Shape;15;p3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0" name="Google Shape;16;p3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11" name="Google Shape;17;p3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12" name="Google Shape;18;p3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3" name="Google Shape;19;p3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4" name="Google Shape;20;p3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5" name="Google Shape;21;p3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6" name="Google Shape;22;p3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" name="Google Shape;23;p3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8" name="Google Shape;24;p3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9" name="Google Shape;25;p3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" name="Google Shape;26;p3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1624788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2" name="Google Shape;29;p3"/>
          <p:cNvGrpSpPr/>
          <p:nvPr/>
        </p:nvGrpSpPr>
        <p:grpSpPr>
          <a:xfrm>
            <a:off x="12463200" y="6442920"/>
            <a:ext cx="4886640" cy="2644560"/>
            <a:chOff x="12463200" y="6442920"/>
            <a:chExt cx="4886640" cy="2644560"/>
          </a:xfrm>
        </p:grpSpPr>
        <p:grpSp>
          <p:nvGrpSpPr>
            <p:cNvPr id="23" name="Google Shape;30;p3"/>
            <p:cNvGrpSpPr/>
            <p:nvPr/>
          </p:nvGrpSpPr>
          <p:grpSpPr>
            <a:xfrm>
              <a:off x="14680440" y="8562240"/>
              <a:ext cx="2669400" cy="525240"/>
              <a:chOff x="14680440" y="8562240"/>
              <a:chExt cx="2669400" cy="525240"/>
            </a:xfrm>
          </p:grpSpPr>
          <p:sp>
            <p:nvSpPr>
              <p:cNvPr id="24" name="Google Shape;31;p3"/>
              <p:cNvSpPr/>
              <p:nvPr/>
            </p:nvSpPr>
            <p:spPr>
              <a:xfrm>
                <a:off x="14680440" y="871884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5" name="Google Shape;32;p3"/>
              <p:cNvSpPr/>
              <p:nvPr/>
            </p:nvSpPr>
            <p:spPr>
              <a:xfrm>
                <a:off x="14680440" y="8562240"/>
                <a:ext cx="2669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6" name="Google Shape;33;p3"/>
            <p:cNvGrpSpPr/>
            <p:nvPr/>
          </p:nvGrpSpPr>
          <p:grpSpPr>
            <a:xfrm>
              <a:off x="14338440" y="7856280"/>
              <a:ext cx="3011040" cy="524880"/>
              <a:chOff x="14338440" y="7856280"/>
              <a:chExt cx="3011040" cy="524880"/>
            </a:xfrm>
          </p:grpSpPr>
          <p:sp>
            <p:nvSpPr>
              <p:cNvPr id="27" name="Google Shape;34;p3"/>
              <p:cNvSpPr/>
              <p:nvPr/>
            </p:nvSpPr>
            <p:spPr>
              <a:xfrm>
                <a:off x="14338440" y="801252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" name="Google Shape;35;p3"/>
              <p:cNvSpPr/>
              <p:nvPr/>
            </p:nvSpPr>
            <p:spPr>
              <a:xfrm>
                <a:off x="14338440" y="7856280"/>
                <a:ext cx="3010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9" name="Google Shape;36;p3"/>
            <p:cNvGrpSpPr/>
            <p:nvPr/>
          </p:nvGrpSpPr>
          <p:grpSpPr>
            <a:xfrm>
              <a:off x="13653720" y="6442920"/>
              <a:ext cx="1507680" cy="525240"/>
              <a:chOff x="13653720" y="6442920"/>
              <a:chExt cx="1507680" cy="525240"/>
            </a:xfrm>
          </p:grpSpPr>
          <p:sp>
            <p:nvSpPr>
              <p:cNvPr id="30" name="Google Shape;37;p3"/>
              <p:cNvSpPr/>
              <p:nvPr/>
            </p:nvSpPr>
            <p:spPr>
              <a:xfrm>
                <a:off x="13653720" y="659952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1" name="Google Shape;38;p3"/>
              <p:cNvSpPr/>
              <p:nvPr/>
            </p:nvSpPr>
            <p:spPr>
              <a:xfrm>
                <a:off x="13653720" y="6442920"/>
                <a:ext cx="15073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2" name="Google Shape;39;p3"/>
            <p:cNvGrpSpPr/>
            <p:nvPr/>
          </p:nvGrpSpPr>
          <p:grpSpPr>
            <a:xfrm>
              <a:off x="15510240" y="7149600"/>
              <a:ext cx="1839600" cy="525240"/>
              <a:chOff x="15510240" y="7149600"/>
              <a:chExt cx="1839600" cy="525240"/>
            </a:xfrm>
          </p:grpSpPr>
          <p:sp>
            <p:nvSpPr>
              <p:cNvPr id="33" name="Google Shape;40;p3"/>
              <p:cNvSpPr/>
              <p:nvPr/>
            </p:nvSpPr>
            <p:spPr>
              <a:xfrm>
                <a:off x="15510240" y="730620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4" name="Google Shape;41;p3"/>
              <p:cNvSpPr/>
              <p:nvPr/>
            </p:nvSpPr>
            <p:spPr>
              <a:xfrm>
                <a:off x="15510240" y="7149600"/>
                <a:ext cx="18392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5" name="Google Shape;42;p3"/>
            <p:cNvGrpSpPr/>
            <p:nvPr/>
          </p:nvGrpSpPr>
          <p:grpSpPr>
            <a:xfrm>
              <a:off x="16125120" y="6442920"/>
              <a:ext cx="1224360" cy="525240"/>
              <a:chOff x="16125120" y="6442920"/>
              <a:chExt cx="1224360" cy="525240"/>
            </a:xfrm>
          </p:grpSpPr>
          <p:sp>
            <p:nvSpPr>
              <p:cNvPr id="36" name="Google Shape;43;p3"/>
              <p:cNvSpPr/>
              <p:nvPr/>
            </p:nvSpPr>
            <p:spPr>
              <a:xfrm>
                <a:off x="16125120" y="659952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7" name="Google Shape;44;p3"/>
              <p:cNvSpPr/>
              <p:nvPr/>
            </p:nvSpPr>
            <p:spPr>
              <a:xfrm>
                <a:off x="16125120" y="64429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8" name="Google Shape;45;p3"/>
            <p:cNvGrpSpPr/>
            <p:nvPr/>
          </p:nvGrpSpPr>
          <p:grpSpPr>
            <a:xfrm>
              <a:off x="12981600" y="7856280"/>
              <a:ext cx="1224360" cy="524880"/>
              <a:chOff x="12981600" y="7856280"/>
              <a:chExt cx="1224360" cy="524880"/>
            </a:xfrm>
          </p:grpSpPr>
          <p:sp>
            <p:nvSpPr>
              <p:cNvPr id="39" name="Google Shape;46;p3"/>
              <p:cNvSpPr/>
              <p:nvPr/>
            </p:nvSpPr>
            <p:spPr>
              <a:xfrm>
                <a:off x="12981600" y="801252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" name="Google Shape;47;p3"/>
              <p:cNvSpPr/>
              <p:nvPr/>
            </p:nvSpPr>
            <p:spPr>
              <a:xfrm>
                <a:off x="12981600" y="785628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1" name="Google Shape;48;p3"/>
            <p:cNvGrpSpPr/>
            <p:nvPr/>
          </p:nvGrpSpPr>
          <p:grpSpPr>
            <a:xfrm>
              <a:off x="13332960" y="8562240"/>
              <a:ext cx="1224360" cy="525240"/>
              <a:chOff x="13332960" y="8562240"/>
              <a:chExt cx="1224360" cy="525240"/>
            </a:xfrm>
          </p:grpSpPr>
          <p:sp>
            <p:nvSpPr>
              <p:cNvPr id="42" name="Google Shape;49;p3"/>
              <p:cNvSpPr/>
              <p:nvPr/>
            </p:nvSpPr>
            <p:spPr>
              <a:xfrm>
                <a:off x="13332960" y="871884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" name="Google Shape;50;p3"/>
              <p:cNvSpPr/>
              <p:nvPr/>
            </p:nvSpPr>
            <p:spPr>
              <a:xfrm>
                <a:off x="13332960" y="856224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4" name="Google Shape;51;p3"/>
            <p:cNvGrpSpPr/>
            <p:nvPr/>
          </p:nvGrpSpPr>
          <p:grpSpPr>
            <a:xfrm>
              <a:off x="14680440" y="7149600"/>
              <a:ext cx="746640" cy="525240"/>
              <a:chOff x="14680440" y="7149600"/>
              <a:chExt cx="746640" cy="525240"/>
            </a:xfrm>
          </p:grpSpPr>
          <p:sp>
            <p:nvSpPr>
              <p:cNvPr id="45" name="Google Shape;52;p3"/>
              <p:cNvSpPr/>
              <p:nvPr/>
            </p:nvSpPr>
            <p:spPr>
              <a:xfrm>
                <a:off x="14680440" y="730620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" name="Google Shape;53;p3"/>
              <p:cNvSpPr/>
              <p:nvPr/>
            </p:nvSpPr>
            <p:spPr>
              <a:xfrm>
                <a:off x="14680440" y="7149600"/>
                <a:ext cx="7466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7" name="Google Shape;54;p3"/>
            <p:cNvGrpSpPr/>
            <p:nvPr/>
          </p:nvGrpSpPr>
          <p:grpSpPr>
            <a:xfrm>
              <a:off x="12463200" y="8562240"/>
              <a:ext cx="746640" cy="525240"/>
              <a:chOff x="12463200" y="8562240"/>
              <a:chExt cx="746640" cy="525240"/>
            </a:xfrm>
          </p:grpSpPr>
          <p:sp>
            <p:nvSpPr>
              <p:cNvPr id="48" name="Google Shape;55;p3"/>
              <p:cNvSpPr/>
              <p:nvPr/>
            </p:nvSpPr>
            <p:spPr>
              <a:xfrm>
                <a:off x="12463200" y="87188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9" name="Google Shape;56;p3"/>
              <p:cNvSpPr/>
              <p:nvPr/>
            </p:nvSpPr>
            <p:spPr>
              <a:xfrm>
                <a:off x="12463200" y="8562240"/>
                <a:ext cx="7466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0" name="Google Shape;57;p3"/>
            <p:cNvGrpSpPr/>
            <p:nvPr/>
          </p:nvGrpSpPr>
          <p:grpSpPr>
            <a:xfrm>
              <a:off x="15268680" y="6442920"/>
              <a:ext cx="746640" cy="525240"/>
              <a:chOff x="15268680" y="6442920"/>
              <a:chExt cx="746640" cy="525240"/>
            </a:xfrm>
          </p:grpSpPr>
          <p:sp>
            <p:nvSpPr>
              <p:cNvPr id="51" name="Google Shape;58;p3"/>
              <p:cNvSpPr/>
              <p:nvPr/>
            </p:nvSpPr>
            <p:spPr>
              <a:xfrm>
                <a:off x="15268680" y="659952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" name="Google Shape;59;p3"/>
              <p:cNvSpPr/>
              <p:nvPr/>
            </p:nvSpPr>
            <p:spPr>
              <a:xfrm>
                <a:off x="15268680" y="6442920"/>
                <a:ext cx="7466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61;p4"/>
          <p:cNvGrpSpPr/>
          <p:nvPr/>
        </p:nvGrpSpPr>
        <p:grpSpPr>
          <a:xfrm>
            <a:off x="486000" y="416520"/>
            <a:ext cx="17315640" cy="9453960"/>
            <a:chOff x="486000" y="416520"/>
            <a:chExt cx="17315640" cy="9453960"/>
          </a:xfrm>
        </p:grpSpPr>
        <p:grpSp>
          <p:nvGrpSpPr>
            <p:cNvPr id="54" name="Google Shape;62;p4"/>
            <p:cNvGrpSpPr/>
            <p:nvPr/>
          </p:nvGrpSpPr>
          <p:grpSpPr>
            <a:xfrm>
              <a:off x="486000" y="416520"/>
              <a:ext cx="17301960" cy="9453960"/>
              <a:chOff x="486000" y="416520"/>
              <a:chExt cx="17301960" cy="9453960"/>
            </a:xfrm>
          </p:grpSpPr>
          <p:sp>
            <p:nvSpPr>
              <p:cNvPr id="55" name="Google Shape;63;p4"/>
              <p:cNvSpPr/>
              <p:nvPr/>
            </p:nvSpPr>
            <p:spPr>
              <a:xfrm>
                <a:off x="486000" y="59724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6" name="Google Shape;64;p4"/>
              <p:cNvSpPr/>
              <p:nvPr/>
            </p:nvSpPr>
            <p:spPr>
              <a:xfrm>
                <a:off x="486000" y="41652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7" name="Google Shape;65;p4"/>
            <p:cNvGrpSpPr/>
            <p:nvPr/>
          </p:nvGrpSpPr>
          <p:grpSpPr>
            <a:xfrm>
              <a:off x="499680" y="416520"/>
              <a:ext cx="17301960" cy="9453960"/>
              <a:chOff x="499680" y="416520"/>
              <a:chExt cx="17301960" cy="9453960"/>
            </a:xfrm>
          </p:grpSpPr>
          <p:sp>
            <p:nvSpPr>
              <p:cNvPr id="58" name="Google Shape;66;p4"/>
              <p:cNvSpPr/>
              <p:nvPr/>
            </p:nvSpPr>
            <p:spPr>
              <a:xfrm>
                <a:off x="499680" y="59724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9" name="Google Shape;67;p4"/>
              <p:cNvSpPr/>
              <p:nvPr/>
            </p:nvSpPr>
            <p:spPr>
              <a:xfrm>
                <a:off x="499680" y="41652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60" name="Google Shape;68;p4"/>
            <p:cNvCxnSpPr/>
            <p:nvPr/>
          </p:nvCxnSpPr>
          <p:spPr>
            <a:xfrm flipV="1">
              <a:off x="499680" y="1208520"/>
              <a:ext cx="1727424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61" name="Google Shape;69;p4"/>
            <p:cNvGrpSpPr/>
            <p:nvPr/>
          </p:nvGrpSpPr>
          <p:grpSpPr>
            <a:xfrm>
              <a:off x="724680" y="748440"/>
              <a:ext cx="295560" cy="295560"/>
              <a:chOff x="724680" y="748440"/>
              <a:chExt cx="295560" cy="295560"/>
            </a:xfrm>
          </p:grpSpPr>
          <p:sp>
            <p:nvSpPr>
              <p:cNvPr id="62" name="Google Shape;70;p4"/>
              <p:cNvSpPr/>
              <p:nvPr/>
            </p:nvSpPr>
            <p:spPr>
              <a:xfrm>
                <a:off x="724680" y="74844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3" name="Google Shape;71;p4"/>
              <p:cNvSpPr/>
              <p:nvPr/>
            </p:nvSpPr>
            <p:spPr>
              <a:xfrm>
                <a:off x="752400" y="75888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4" name="Google Shape;72;p4"/>
            <p:cNvGrpSpPr/>
            <p:nvPr/>
          </p:nvGrpSpPr>
          <p:grpSpPr>
            <a:xfrm>
              <a:off x="1227600" y="748440"/>
              <a:ext cx="295560" cy="295560"/>
              <a:chOff x="1227600" y="748440"/>
              <a:chExt cx="295560" cy="295560"/>
            </a:xfrm>
          </p:grpSpPr>
          <p:sp>
            <p:nvSpPr>
              <p:cNvPr id="65" name="Google Shape;73;p4"/>
              <p:cNvSpPr/>
              <p:nvPr/>
            </p:nvSpPr>
            <p:spPr>
              <a:xfrm>
                <a:off x="1227600" y="74844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" name="Google Shape;74;p4"/>
              <p:cNvSpPr/>
              <p:nvPr/>
            </p:nvSpPr>
            <p:spPr>
              <a:xfrm>
                <a:off x="1255320" y="75888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7" name="Google Shape;75;p4"/>
            <p:cNvGrpSpPr/>
            <p:nvPr/>
          </p:nvGrpSpPr>
          <p:grpSpPr>
            <a:xfrm>
              <a:off x="1733400" y="748440"/>
              <a:ext cx="295560" cy="295560"/>
              <a:chOff x="1733400" y="748440"/>
              <a:chExt cx="295560" cy="295560"/>
            </a:xfrm>
          </p:grpSpPr>
          <p:sp>
            <p:nvSpPr>
              <p:cNvPr id="68" name="Google Shape;76;p4"/>
              <p:cNvSpPr/>
              <p:nvPr/>
            </p:nvSpPr>
            <p:spPr>
              <a:xfrm>
                <a:off x="1733400" y="74844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" name="Google Shape;77;p4"/>
              <p:cNvSpPr/>
              <p:nvPr/>
            </p:nvSpPr>
            <p:spPr>
              <a:xfrm>
                <a:off x="1761120" y="75888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378440" y="2544840"/>
            <a:ext cx="155311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3040200" y="49014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72" name="Google Shape;80;p4"/>
          <p:cNvGrpSpPr/>
          <p:nvPr/>
        </p:nvGrpSpPr>
        <p:grpSpPr>
          <a:xfrm>
            <a:off x="14608080" y="4420800"/>
            <a:ext cx="2670840" cy="1445040"/>
            <a:chOff x="14608080" y="4420800"/>
            <a:chExt cx="2670840" cy="1445040"/>
          </a:xfrm>
        </p:grpSpPr>
        <p:grpSp>
          <p:nvGrpSpPr>
            <p:cNvPr id="73" name="Google Shape;81;p4"/>
            <p:cNvGrpSpPr/>
            <p:nvPr/>
          </p:nvGrpSpPr>
          <p:grpSpPr>
            <a:xfrm>
              <a:off x="15820200" y="5579280"/>
              <a:ext cx="1458720" cy="286560"/>
              <a:chOff x="15820200" y="5579280"/>
              <a:chExt cx="1458720" cy="286560"/>
            </a:xfrm>
          </p:grpSpPr>
          <p:sp>
            <p:nvSpPr>
              <p:cNvPr id="74" name="Google Shape;82;p4"/>
              <p:cNvSpPr/>
              <p:nvPr/>
            </p:nvSpPr>
            <p:spPr>
              <a:xfrm>
                <a:off x="15820200" y="5664600"/>
                <a:ext cx="1458720" cy="201240"/>
              </a:xfrm>
              <a:custGeom>
                <a:avLst/>
                <a:gdLst>
                  <a:gd name="textAreaLeft" fmla="*/ 0 w 1458720"/>
                  <a:gd name="textAreaRight" fmla="*/ 1459080 w 14587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5" name="Google Shape;83;p4"/>
              <p:cNvSpPr/>
              <p:nvPr/>
            </p:nvSpPr>
            <p:spPr>
              <a:xfrm>
                <a:off x="15820200" y="5579280"/>
                <a:ext cx="145836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6" name="Google Shape;84;p4"/>
            <p:cNvGrpSpPr/>
            <p:nvPr/>
          </p:nvGrpSpPr>
          <p:grpSpPr>
            <a:xfrm>
              <a:off x="15633360" y="5193360"/>
              <a:ext cx="1645560" cy="286560"/>
              <a:chOff x="15633360" y="5193360"/>
              <a:chExt cx="1645560" cy="286560"/>
            </a:xfrm>
          </p:grpSpPr>
          <p:sp>
            <p:nvSpPr>
              <p:cNvPr id="77" name="Google Shape;85;p4"/>
              <p:cNvSpPr/>
              <p:nvPr/>
            </p:nvSpPr>
            <p:spPr>
              <a:xfrm>
                <a:off x="15633360" y="5278680"/>
                <a:ext cx="1645560" cy="201240"/>
              </a:xfrm>
              <a:custGeom>
                <a:avLst/>
                <a:gdLst>
                  <a:gd name="textAreaLeft" fmla="*/ 0 w 1645560"/>
                  <a:gd name="textAreaRight" fmla="*/ 1645920 w 164556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" name="Google Shape;86;p4"/>
              <p:cNvSpPr/>
              <p:nvPr/>
            </p:nvSpPr>
            <p:spPr>
              <a:xfrm>
                <a:off x="15633360" y="5193360"/>
                <a:ext cx="164556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9" name="Google Shape;87;p4"/>
            <p:cNvGrpSpPr/>
            <p:nvPr/>
          </p:nvGrpSpPr>
          <p:grpSpPr>
            <a:xfrm>
              <a:off x="15258960" y="4420800"/>
              <a:ext cx="823680" cy="286560"/>
              <a:chOff x="15258960" y="4420800"/>
              <a:chExt cx="823680" cy="286560"/>
            </a:xfrm>
          </p:grpSpPr>
          <p:sp>
            <p:nvSpPr>
              <p:cNvPr id="80" name="Google Shape;88;p4"/>
              <p:cNvSpPr/>
              <p:nvPr/>
            </p:nvSpPr>
            <p:spPr>
              <a:xfrm>
                <a:off x="15258960" y="4506120"/>
                <a:ext cx="823680" cy="201240"/>
              </a:xfrm>
              <a:custGeom>
                <a:avLst/>
                <a:gdLst>
                  <a:gd name="textAreaLeft" fmla="*/ 0 w 823680"/>
                  <a:gd name="textAreaRight" fmla="*/ 824040 w 8236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1" name="Google Shape;89;p4"/>
              <p:cNvSpPr/>
              <p:nvPr/>
            </p:nvSpPr>
            <p:spPr>
              <a:xfrm>
                <a:off x="15258960" y="4420800"/>
                <a:ext cx="8236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2" name="Google Shape;90;p4"/>
            <p:cNvGrpSpPr/>
            <p:nvPr/>
          </p:nvGrpSpPr>
          <p:grpSpPr>
            <a:xfrm>
              <a:off x="16273440" y="4807080"/>
              <a:ext cx="1005120" cy="286560"/>
              <a:chOff x="16273440" y="4807080"/>
              <a:chExt cx="1005120" cy="286560"/>
            </a:xfrm>
          </p:grpSpPr>
          <p:sp>
            <p:nvSpPr>
              <p:cNvPr id="83" name="Google Shape;91;p4"/>
              <p:cNvSpPr/>
              <p:nvPr/>
            </p:nvSpPr>
            <p:spPr>
              <a:xfrm>
                <a:off x="16273440" y="4892400"/>
                <a:ext cx="1005120" cy="201240"/>
              </a:xfrm>
              <a:custGeom>
                <a:avLst/>
                <a:gdLst>
                  <a:gd name="textAreaLeft" fmla="*/ 0 w 1005120"/>
                  <a:gd name="textAreaRight" fmla="*/ 1005480 w 10051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4" name="Google Shape;92;p4"/>
              <p:cNvSpPr/>
              <p:nvPr/>
            </p:nvSpPr>
            <p:spPr>
              <a:xfrm>
                <a:off x="16273440" y="4807080"/>
                <a:ext cx="10051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5" name="Google Shape;93;p4"/>
            <p:cNvGrpSpPr/>
            <p:nvPr/>
          </p:nvGrpSpPr>
          <p:grpSpPr>
            <a:xfrm>
              <a:off x="16609680" y="4420800"/>
              <a:ext cx="668880" cy="286560"/>
              <a:chOff x="16609680" y="4420800"/>
              <a:chExt cx="668880" cy="286560"/>
            </a:xfrm>
          </p:grpSpPr>
          <p:sp>
            <p:nvSpPr>
              <p:cNvPr id="86" name="Google Shape;94;p4"/>
              <p:cNvSpPr/>
              <p:nvPr/>
            </p:nvSpPr>
            <p:spPr>
              <a:xfrm>
                <a:off x="16609680" y="450612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7" name="Google Shape;95;p4"/>
              <p:cNvSpPr/>
              <p:nvPr/>
            </p:nvSpPr>
            <p:spPr>
              <a:xfrm>
                <a:off x="16609680" y="442080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8" name="Google Shape;96;p4"/>
            <p:cNvGrpSpPr/>
            <p:nvPr/>
          </p:nvGrpSpPr>
          <p:grpSpPr>
            <a:xfrm>
              <a:off x="14891760" y="5193360"/>
              <a:ext cx="668880" cy="286560"/>
              <a:chOff x="14891760" y="5193360"/>
              <a:chExt cx="668880" cy="286560"/>
            </a:xfrm>
          </p:grpSpPr>
          <p:sp>
            <p:nvSpPr>
              <p:cNvPr id="89" name="Google Shape;97;p4"/>
              <p:cNvSpPr/>
              <p:nvPr/>
            </p:nvSpPr>
            <p:spPr>
              <a:xfrm>
                <a:off x="14891760" y="527868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0" name="Google Shape;98;p4"/>
              <p:cNvSpPr/>
              <p:nvPr/>
            </p:nvSpPr>
            <p:spPr>
              <a:xfrm>
                <a:off x="14891760" y="519336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1" name="Google Shape;99;p4"/>
            <p:cNvGrpSpPr/>
            <p:nvPr/>
          </p:nvGrpSpPr>
          <p:grpSpPr>
            <a:xfrm>
              <a:off x="15083640" y="5579280"/>
              <a:ext cx="668880" cy="286560"/>
              <a:chOff x="15083640" y="5579280"/>
              <a:chExt cx="668880" cy="286560"/>
            </a:xfrm>
          </p:grpSpPr>
          <p:sp>
            <p:nvSpPr>
              <p:cNvPr id="92" name="Google Shape;100;p4"/>
              <p:cNvSpPr/>
              <p:nvPr/>
            </p:nvSpPr>
            <p:spPr>
              <a:xfrm>
                <a:off x="15083640" y="566460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3" name="Google Shape;101;p4"/>
              <p:cNvSpPr/>
              <p:nvPr/>
            </p:nvSpPr>
            <p:spPr>
              <a:xfrm>
                <a:off x="15083640" y="557928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4" name="Google Shape;102;p4"/>
            <p:cNvGrpSpPr/>
            <p:nvPr/>
          </p:nvGrpSpPr>
          <p:grpSpPr>
            <a:xfrm>
              <a:off x="15820200" y="4807080"/>
              <a:ext cx="407880" cy="286560"/>
              <a:chOff x="15820200" y="4807080"/>
              <a:chExt cx="407880" cy="286560"/>
            </a:xfrm>
          </p:grpSpPr>
          <p:sp>
            <p:nvSpPr>
              <p:cNvPr id="95" name="Google Shape;103;p4"/>
              <p:cNvSpPr/>
              <p:nvPr/>
            </p:nvSpPr>
            <p:spPr>
              <a:xfrm>
                <a:off x="15820200" y="489240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6" name="Google Shape;104;p4"/>
              <p:cNvSpPr/>
              <p:nvPr/>
            </p:nvSpPr>
            <p:spPr>
              <a:xfrm>
                <a:off x="15820200" y="4807080"/>
                <a:ext cx="407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7" name="Google Shape;105;p4"/>
            <p:cNvGrpSpPr/>
            <p:nvPr/>
          </p:nvGrpSpPr>
          <p:grpSpPr>
            <a:xfrm>
              <a:off x="14608080" y="5579280"/>
              <a:ext cx="407880" cy="286560"/>
              <a:chOff x="14608080" y="5579280"/>
              <a:chExt cx="407880" cy="286560"/>
            </a:xfrm>
          </p:grpSpPr>
          <p:sp>
            <p:nvSpPr>
              <p:cNvPr id="98" name="Google Shape;106;p4"/>
              <p:cNvSpPr/>
              <p:nvPr/>
            </p:nvSpPr>
            <p:spPr>
              <a:xfrm>
                <a:off x="14608080" y="566460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9" name="Google Shape;107;p4"/>
              <p:cNvSpPr/>
              <p:nvPr/>
            </p:nvSpPr>
            <p:spPr>
              <a:xfrm>
                <a:off x="14608080" y="5579280"/>
                <a:ext cx="407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00" name="Google Shape;108;p4"/>
            <p:cNvGrpSpPr/>
            <p:nvPr/>
          </p:nvGrpSpPr>
          <p:grpSpPr>
            <a:xfrm>
              <a:off x="16141680" y="4420800"/>
              <a:ext cx="407880" cy="286560"/>
              <a:chOff x="16141680" y="4420800"/>
              <a:chExt cx="407880" cy="286560"/>
            </a:xfrm>
          </p:grpSpPr>
          <p:sp>
            <p:nvSpPr>
              <p:cNvPr id="101" name="Google Shape;109;p4"/>
              <p:cNvSpPr/>
              <p:nvPr/>
            </p:nvSpPr>
            <p:spPr>
              <a:xfrm>
                <a:off x="16141680" y="450612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2" name="Google Shape;110;p4"/>
              <p:cNvSpPr/>
              <p:nvPr/>
            </p:nvSpPr>
            <p:spPr>
              <a:xfrm>
                <a:off x="16141680" y="4420800"/>
                <a:ext cx="407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12;p5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104" name="Google Shape;113;p5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105" name="Google Shape;114;p5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06" name="Google Shape;115;p5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07" name="Google Shape;116;p5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108" name="Google Shape;117;p5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09" name="Google Shape;118;p5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110" name="Google Shape;119;p5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111" name="Google Shape;120;p5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12" name="Google Shape;121;p5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13" name="Google Shape;122;p5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14" name="Google Shape;123;p5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15" name="Google Shape;124;p5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6" name="Google Shape;125;p5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17" name="Google Shape;126;p5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18" name="Google Shape;127;p5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9" name="Google Shape;128;p5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652760" y="1427040"/>
            <a:ext cx="14982120" cy="136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2884680" y="7308720"/>
            <a:ext cx="77720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22" name="Google Shape;131;p5"/>
          <p:cNvGrpSpPr/>
          <p:nvPr/>
        </p:nvGrpSpPr>
        <p:grpSpPr>
          <a:xfrm>
            <a:off x="13698360" y="7440120"/>
            <a:ext cx="3714120" cy="1817640"/>
            <a:chOff x="13698360" y="7440120"/>
            <a:chExt cx="3714120" cy="1817640"/>
          </a:xfrm>
        </p:grpSpPr>
        <p:grpSp>
          <p:nvGrpSpPr>
            <p:cNvPr id="123" name="Google Shape;132;p5"/>
            <p:cNvGrpSpPr/>
            <p:nvPr/>
          </p:nvGrpSpPr>
          <p:grpSpPr>
            <a:xfrm>
              <a:off x="15383520" y="8897040"/>
              <a:ext cx="2028960" cy="360720"/>
              <a:chOff x="15383520" y="8897040"/>
              <a:chExt cx="2028960" cy="360720"/>
            </a:xfrm>
          </p:grpSpPr>
          <p:sp>
            <p:nvSpPr>
              <p:cNvPr id="124" name="Google Shape;133;p5"/>
              <p:cNvSpPr/>
              <p:nvPr/>
            </p:nvSpPr>
            <p:spPr>
              <a:xfrm>
                <a:off x="15383520" y="9004680"/>
                <a:ext cx="2028960" cy="253080"/>
              </a:xfrm>
              <a:custGeom>
                <a:avLst/>
                <a:gdLst>
                  <a:gd name="textAreaLeft" fmla="*/ 0 w 2028960"/>
                  <a:gd name="textAreaRight" fmla="*/ 2029320 w 202896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25" name="Google Shape;134;p5"/>
              <p:cNvSpPr/>
              <p:nvPr/>
            </p:nvSpPr>
            <p:spPr>
              <a:xfrm>
                <a:off x="15383520" y="8897040"/>
                <a:ext cx="20286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26" name="Google Shape;135;p5"/>
            <p:cNvGrpSpPr/>
            <p:nvPr/>
          </p:nvGrpSpPr>
          <p:grpSpPr>
            <a:xfrm>
              <a:off x="15123960" y="8411760"/>
              <a:ext cx="2288520" cy="360720"/>
              <a:chOff x="15123960" y="8411760"/>
              <a:chExt cx="2288520" cy="360720"/>
            </a:xfrm>
          </p:grpSpPr>
          <p:sp>
            <p:nvSpPr>
              <p:cNvPr id="127" name="Google Shape;136;p5"/>
              <p:cNvSpPr/>
              <p:nvPr/>
            </p:nvSpPr>
            <p:spPr>
              <a:xfrm>
                <a:off x="15123960" y="8519400"/>
                <a:ext cx="2288520" cy="253080"/>
              </a:xfrm>
              <a:custGeom>
                <a:avLst/>
                <a:gdLst>
                  <a:gd name="textAreaLeft" fmla="*/ 0 w 2288520"/>
                  <a:gd name="textAreaRight" fmla="*/ 2288880 w 228852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8" name="Google Shape;137;p5"/>
              <p:cNvSpPr/>
              <p:nvPr/>
            </p:nvSpPr>
            <p:spPr>
              <a:xfrm>
                <a:off x="15123960" y="8411760"/>
                <a:ext cx="228852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29" name="Google Shape;138;p5"/>
            <p:cNvGrpSpPr/>
            <p:nvPr/>
          </p:nvGrpSpPr>
          <p:grpSpPr>
            <a:xfrm>
              <a:off x="14603400" y="7440120"/>
              <a:ext cx="1145880" cy="360720"/>
              <a:chOff x="14603400" y="7440120"/>
              <a:chExt cx="1145880" cy="360720"/>
            </a:xfrm>
          </p:grpSpPr>
          <p:sp>
            <p:nvSpPr>
              <p:cNvPr id="130" name="Google Shape;139;p5"/>
              <p:cNvSpPr/>
              <p:nvPr/>
            </p:nvSpPr>
            <p:spPr>
              <a:xfrm>
                <a:off x="14603400" y="7547760"/>
                <a:ext cx="1145880" cy="253080"/>
              </a:xfrm>
              <a:custGeom>
                <a:avLst/>
                <a:gdLst>
                  <a:gd name="textAreaLeft" fmla="*/ 0 w 1145880"/>
                  <a:gd name="textAreaRight" fmla="*/ 1146240 w 11458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31" name="Google Shape;140;p5"/>
              <p:cNvSpPr/>
              <p:nvPr/>
            </p:nvSpPr>
            <p:spPr>
              <a:xfrm>
                <a:off x="14603400" y="7440120"/>
                <a:ext cx="114552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32" name="Google Shape;141;p5"/>
            <p:cNvGrpSpPr/>
            <p:nvPr/>
          </p:nvGrpSpPr>
          <p:grpSpPr>
            <a:xfrm>
              <a:off x="16014240" y="7925760"/>
              <a:ext cx="1398240" cy="360720"/>
              <a:chOff x="16014240" y="7925760"/>
              <a:chExt cx="1398240" cy="360720"/>
            </a:xfrm>
          </p:grpSpPr>
          <p:sp>
            <p:nvSpPr>
              <p:cNvPr id="133" name="Google Shape;142;p5"/>
              <p:cNvSpPr/>
              <p:nvPr/>
            </p:nvSpPr>
            <p:spPr>
              <a:xfrm>
                <a:off x="16014240" y="8033400"/>
                <a:ext cx="1398240" cy="253080"/>
              </a:xfrm>
              <a:custGeom>
                <a:avLst/>
                <a:gdLst>
                  <a:gd name="textAreaLeft" fmla="*/ 0 w 1398240"/>
                  <a:gd name="textAreaRight" fmla="*/ 1398600 w 139824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34" name="Google Shape;143;p5"/>
              <p:cNvSpPr/>
              <p:nvPr/>
            </p:nvSpPr>
            <p:spPr>
              <a:xfrm>
                <a:off x="16014240" y="7925760"/>
                <a:ext cx="13978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35" name="Google Shape;144;p5"/>
            <p:cNvGrpSpPr/>
            <p:nvPr/>
          </p:nvGrpSpPr>
          <p:grpSpPr>
            <a:xfrm>
              <a:off x="16481880" y="7440120"/>
              <a:ext cx="930600" cy="360720"/>
              <a:chOff x="16481880" y="7440120"/>
              <a:chExt cx="930600" cy="360720"/>
            </a:xfrm>
          </p:grpSpPr>
          <p:sp>
            <p:nvSpPr>
              <p:cNvPr id="136" name="Google Shape;145;p5"/>
              <p:cNvSpPr/>
              <p:nvPr/>
            </p:nvSpPr>
            <p:spPr>
              <a:xfrm>
                <a:off x="16481880" y="7547760"/>
                <a:ext cx="930600" cy="25308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37" name="Google Shape;146;p5"/>
              <p:cNvSpPr/>
              <p:nvPr/>
            </p:nvSpPr>
            <p:spPr>
              <a:xfrm>
                <a:off x="16481880" y="7440120"/>
                <a:ext cx="9306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38" name="Google Shape;147;p5"/>
            <p:cNvGrpSpPr/>
            <p:nvPr/>
          </p:nvGrpSpPr>
          <p:grpSpPr>
            <a:xfrm>
              <a:off x="14092560" y="8411760"/>
              <a:ext cx="930600" cy="360720"/>
              <a:chOff x="14092560" y="8411760"/>
              <a:chExt cx="930600" cy="360720"/>
            </a:xfrm>
          </p:grpSpPr>
          <p:sp>
            <p:nvSpPr>
              <p:cNvPr id="139" name="Google Shape;148;p5"/>
              <p:cNvSpPr/>
              <p:nvPr/>
            </p:nvSpPr>
            <p:spPr>
              <a:xfrm>
                <a:off x="14092560" y="8519400"/>
                <a:ext cx="930600" cy="25308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0" name="Google Shape;149;p5"/>
              <p:cNvSpPr/>
              <p:nvPr/>
            </p:nvSpPr>
            <p:spPr>
              <a:xfrm>
                <a:off x="14092560" y="8411760"/>
                <a:ext cx="9306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41" name="Google Shape;150;p5"/>
            <p:cNvGrpSpPr/>
            <p:nvPr/>
          </p:nvGrpSpPr>
          <p:grpSpPr>
            <a:xfrm>
              <a:off x="14359680" y="8897040"/>
              <a:ext cx="930600" cy="360720"/>
              <a:chOff x="14359680" y="8897040"/>
              <a:chExt cx="930600" cy="360720"/>
            </a:xfrm>
          </p:grpSpPr>
          <p:sp>
            <p:nvSpPr>
              <p:cNvPr id="142" name="Google Shape;151;p5"/>
              <p:cNvSpPr/>
              <p:nvPr/>
            </p:nvSpPr>
            <p:spPr>
              <a:xfrm>
                <a:off x="14359680" y="9004680"/>
                <a:ext cx="930600" cy="25308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3" name="Google Shape;152;p5"/>
              <p:cNvSpPr/>
              <p:nvPr/>
            </p:nvSpPr>
            <p:spPr>
              <a:xfrm>
                <a:off x="14359680" y="8897040"/>
                <a:ext cx="9306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44" name="Google Shape;153;p5"/>
            <p:cNvGrpSpPr/>
            <p:nvPr/>
          </p:nvGrpSpPr>
          <p:grpSpPr>
            <a:xfrm>
              <a:off x="15383520" y="7925760"/>
              <a:ext cx="567360" cy="360720"/>
              <a:chOff x="15383520" y="7925760"/>
              <a:chExt cx="567360" cy="360720"/>
            </a:xfrm>
          </p:grpSpPr>
          <p:sp>
            <p:nvSpPr>
              <p:cNvPr id="145" name="Google Shape;154;p5"/>
              <p:cNvSpPr/>
              <p:nvPr/>
            </p:nvSpPr>
            <p:spPr>
              <a:xfrm>
                <a:off x="15383520" y="8033400"/>
                <a:ext cx="567000" cy="253080"/>
              </a:xfrm>
              <a:custGeom>
                <a:avLst/>
                <a:gdLst>
                  <a:gd name="textAreaLeft" fmla="*/ 0 w 567000"/>
                  <a:gd name="textAreaRight" fmla="*/ 567360 w 567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6" name="Google Shape;155;p5"/>
              <p:cNvSpPr/>
              <p:nvPr/>
            </p:nvSpPr>
            <p:spPr>
              <a:xfrm>
                <a:off x="15383520" y="7925760"/>
                <a:ext cx="56736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47" name="Google Shape;156;p5"/>
            <p:cNvGrpSpPr/>
            <p:nvPr/>
          </p:nvGrpSpPr>
          <p:grpSpPr>
            <a:xfrm>
              <a:off x="13698360" y="8897040"/>
              <a:ext cx="567360" cy="360720"/>
              <a:chOff x="13698360" y="8897040"/>
              <a:chExt cx="567360" cy="360720"/>
            </a:xfrm>
          </p:grpSpPr>
          <p:sp>
            <p:nvSpPr>
              <p:cNvPr id="148" name="Google Shape;157;p5"/>
              <p:cNvSpPr/>
              <p:nvPr/>
            </p:nvSpPr>
            <p:spPr>
              <a:xfrm>
                <a:off x="13698360" y="9004680"/>
                <a:ext cx="567000" cy="253080"/>
              </a:xfrm>
              <a:custGeom>
                <a:avLst/>
                <a:gdLst>
                  <a:gd name="textAreaLeft" fmla="*/ 0 w 567000"/>
                  <a:gd name="textAreaRight" fmla="*/ 567360 w 567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49" name="Google Shape;158;p5"/>
              <p:cNvSpPr/>
              <p:nvPr/>
            </p:nvSpPr>
            <p:spPr>
              <a:xfrm>
                <a:off x="13698360" y="8897040"/>
                <a:ext cx="56736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50" name="Google Shape;159;p5"/>
            <p:cNvGrpSpPr/>
            <p:nvPr/>
          </p:nvGrpSpPr>
          <p:grpSpPr>
            <a:xfrm>
              <a:off x="15831000" y="7440120"/>
              <a:ext cx="567360" cy="360720"/>
              <a:chOff x="15831000" y="7440120"/>
              <a:chExt cx="567360" cy="360720"/>
            </a:xfrm>
          </p:grpSpPr>
          <p:sp>
            <p:nvSpPr>
              <p:cNvPr id="151" name="Google Shape;160;p5"/>
              <p:cNvSpPr/>
              <p:nvPr/>
            </p:nvSpPr>
            <p:spPr>
              <a:xfrm>
                <a:off x="15831000" y="7547760"/>
                <a:ext cx="567000" cy="253080"/>
              </a:xfrm>
              <a:custGeom>
                <a:avLst/>
                <a:gdLst>
                  <a:gd name="textAreaLeft" fmla="*/ 0 w 567000"/>
                  <a:gd name="textAreaRight" fmla="*/ 567360 w 567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2" name="Google Shape;161;p5"/>
              <p:cNvSpPr/>
              <p:nvPr/>
            </p:nvSpPr>
            <p:spPr>
              <a:xfrm>
                <a:off x="15831000" y="7440120"/>
                <a:ext cx="56736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grpSp>
        <p:nvGrpSpPr>
          <p:cNvPr id="153" name="Google Shape;162;p5"/>
          <p:cNvGrpSpPr/>
          <p:nvPr/>
        </p:nvGrpSpPr>
        <p:grpSpPr>
          <a:xfrm>
            <a:off x="11867400" y="4823640"/>
            <a:ext cx="2706480" cy="1500120"/>
            <a:chOff x="11867400" y="4823640"/>
            <a:chExt cx="2706480" cy="1500120"/>
          </a:xfrm>
        </p:grpSpPr>
        <p:grpSp>
          <p:nvGrpSpPr>
            <p:cNvPr id="154" name="Google Shape;163;p5"/>
            <p:cNvGrpSpPr/>
            <p:nvPr/>
          </p:nvGrpSpPr>
          <p:grpSpPr>
            <a:xfrm>
              <a:off x="11867400" y="4823640"/>
              <a:ext cx="1478160" cy="297720"/>
              <a:chOff x="11867400" y="4823640"/>
              <a:chExt cx="1478160" cy="297720"/>
            </a:xfrm>
          </p:grpSpPr>
          <p:sp>
            <p:nvSpPr>
              <p:cNvPr id="155" name="Google Shape;164;p5"/>
              <p:cNvSpPr/>
              <p:nvPr/>
            </p:nvSpPr>
            <p:spPr>
              <a:xfrm rot="10800000">
                <a:off x="11867400" y="4824000"/>
                <a:ext cx="1478160" cy="208800"/>
              </a:xfrm>
              <a:custGeom>
                <a:avLst/>
                <a:gdLst>
                  <a:gd name="textAreaLeft" fmla="*/ 0 w 1478160"/>
                  <a:gd name="textAreaRight" fmla="*/ 1478520 w 147816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56" name="Google Shape;165;p5"/>
              <p:cNvSpPr/>
              <p:nvPr/>
            </p:nvSpPr>
            <p:spPr>
              <a:xfrm rot="10800000">
                <a:off x="11867400" y="4823640"/>
                <a:ext cx="147816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57" name="Google Shape;166;p5"/>
            <p:cNvGrpSpPr/>
            <p:nvPr/>
          </p:nvGrpSpPr>
          <p:grpSpPr>
            <a:xfrm>
              <a:off x="11867400" y="5224320"/>
              <a:ext cx="1667520" cy="297720"/>
              <a:chOff x="11867400" y="5224320"/>
              <a:chExt cx="1667520" cy="297720"/>
            </a:xfrm>
          </p:grpSpPr>
          <p:sp>
            <p:nvSpPr>
              <p:cNvPr id="158" name="Google Shape;167;p5"/>
              <p:cNvSpPr/>
              <p:nvPr/>
            </p:nvSpPr>
            <p:spPr>
              <a:xfrm rot="10800000">
                <a:off x="11867400" y="5224320"/>
                <a:ext cx="1667520" cy="208800"/>
              </a:xfrm>
              <a:custGeom>
                <a:avLst/>
                <a:gdLst>
                  <a:gd name="textAreaLeft" fmla="*/ 0 w 1667520"/>
                  <a:gd name="textAreaRight" fmla="*/ 1667880 w 166752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9" name="Google Shape;168;p5"/>
              <p:cNvSpPr/>
              <p:nvPr/>
            </p:nvSpPr>
            <p:spPr>
              <a:xfrm rot="10800000">
                <a:off x="11867400" y="5224320"/>
                <a:ext cx="166752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60" name="Google Shape;169;p5"/>
            <p:cNvGrpSpPr/>
            <p:nvPr/>
          </p:nvGrpSpPr>
          <p:grpSpPr>
            <a:xfrm>
              <a:off x="13079520" y="6026040"/>
              <a:ext cx="834840" cy="297720"/>
              <a:chOff x="13079520" y="6026040"/>
              <a:chExt cx="834840" cy="297720"/>
            </a:xfrm>
          </p:grpSpPr>
          <p:sp>
            <p:nvSpPr>
              <p:cNvPr id="161" name="Google Shape;170;p5"/>
              <p:cNvSpPr/>
              <p:nvPr/>
            </p:nvSpPr>
            <p:spPr>
              <a:xfrm rot="10800000">
                <a:off x="13079520" y="6026400"/>
                <a:ext cx="834840" cy="208800"/>
              </a:xfrm>
              <a:custGeom>
                <a:avLst/>
                <a:gdLst>
                  <a:gd name="textAreaLeft" fmla="*/ 0 w 834840"/>
                  <a:gd name="textAreaRight" fmla="*/ 835200 w 83484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62" name="Google Shape;171;p5"/>
              <p:cNvSpPr/>
              <p:nvPr/>
            </p:nvSpPr>
            <p:spPr>
              <a:xfrm rot="10800000">
                <a:off x="13079880" y="6026040"/>
                <a:ext cx="8344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63" name="Google Shape;172;p5"/>
            <p:cNvGrpSpPr/>
            <p:nvPr/>
          </p:nvGrpSpPr>
          <p:grpSpPr>
            <a:xfrm>
              <a:off x="11867400" y="5625360"/>
              <a:ext cx="1018800" cy="297720"/>
              <a:chOff x="11867400" y="5625360"/>
              <a:chExt cx="1018800" cy="297720"/>
            </a:xfrm>
          </p:grpSpPr>
          <p:sp>
            <p:nvSpPr>
              <p:cNvPr id="164" name="Google Shape;173;p5"/>
              <p:cNvSpPr/>
              <p:nvPr/>
            </p:nvSpPr>
            <p:spPr>
              <a:xfrm rot="10800000">
                <a:off x="11867400" y="5625360"/>
                <a:ext cx="1018800" cy="208800"/>
              </a:xfrm>
              <a:custGeom>
                <a:avLst/>
                <a:gdLst>
                  <a:gd name="textAreaLeft" fmla="*/ 0 w 1018800"/>
                  <a:gd name="textAreaRight" fmla="*/ 1019160 w 101880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65" name="Google Shape;174;p5"/>
              <p:cNvSpPr/>
              <p:nvPr/>
            </p:nvSpPr>
            <p:spPr>
              <a:xfrm rot="10800000">
                <a:off x="11867760" y="5625360"/>
                <a:ext cx="101844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66" name="Google Shape;175;p5"/>
            <p:cNvGrpSpPr/>
            <p:nvPr/>
          </p:nvGrpSpPr>
          <p:grpSpPr>
            <a:xfrm>
              <a:off x="11867760" y="6026040"/>
              <a:ext cx="677880" cy="297720"/>
              <a:chOff x="11867760" y="6026040"/>
              <a:chExt cx="677880" cy="297720"/>
            </a:xfrm>
          </p:grpSpPr>
          <p:sp>
            <p:nvSpPr>
              <p:cNvPr id="167" name="Google Shape;176;p5"/>
              <p:cNvSpPr/>
              <p:nvPr/>
            </p:nvSpPr>
            <p:spPr>
              <a:xfrm rot="10800000">
                <a:off x="11867760" y="6026400"/>
                <a:ext cx="677880" cy="208800"/>
              </a:xfrm>
              <a:custGeom>
                <a:avLst/>
                <a:gdLst>
                  <a:gd name="textAreaLeft" fmla="*/ 0 w 677880"/>
                  <a:gd name="textAreaRight" fmla="*/ 678240 w 67788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68" name="Google Shape;177;p5"/>
              <p:cNvSpPr/>
              <p:nvPr/>
            </p:nvSpPr>
            <p:spPr>
              <a:xfrm rot="10800000">
                <a:off x="11867760" y="6026040"/>
                <a:ext cx="6778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69" name="Google Shape;178;p5"/>
            <p:cNvGrpSpPr/>
            <p:nvPr/>
          </p:nvGrpSpPr>
          <p:grpSpPr>
            <a:xfrm>
              <a:off x="13608720" y="5224320"/>
              <a:ext cx="677880" cy="297720"/>
              <a:chOff x="13608720" y="5224320"/>
              <a:chExt cx="677880" cy="297720"/>
            </a:xfrm>
          </p:grpSpPr>
          <p:sp>
            <p:nvSpPr>
              <p:cNvPr id="170" name="Google Shape;179;p5"/>
              <p:cNvSpPr/>
              <p:nvPr/>
            </p:nvSpPr>
            <p:spPr>
              <a:xfrm rot="10800000">
                <a:off x="13608720" y="5224320"/>
                <a:ext cx="677880" cy="208800"/>
              </a:xfrm>
              <a:custGeom>
                <a:avLst/>
                <a:gdLst>
                  <a:gd name="textAreaLeft" fmla="*/ 0 w 677880"/>
                  <a:gd name="textAreaRight" fmla="*/ 678240 w 67788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1" name="Google Shape;180;p5"/>
              <p:cNvSpPr/>
              <p:nvPr/>
            </p:nvSpPr>
            <p:spPr>
              <a:xfrm rot="10800000">
                <a:off x="13608720" y="5224320"/>
                <a:ext cx="6778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72" name="Google Shape;181;p5"/>
            <p:cNvGrpSpPr/>
            <p:nvPr/>
          </p:nvGrpSpPr>
          <p:grpSpPr>
            <a:xfrm>
              <a:off x="13413960" y="4823640"/>
              <a:ext cx="677880" cy="297720"/>
              <a:chOff x="13413960" y="4823640"/>
              <a:chExt cx="677880" cy="297720"/>
            </a:xfrm>
          </p:grpSpPr>
          <p:sp>
            <p:nvSpPr>
              <p:cNvPr id="173" name="Google Shape;182;p5"/>
              <p:cNvSpPr/>
              <p:nvPr/>
            </p:nvSpPr>
            <p:spPr>
              <a:xfrm rot="10800000">
                <a:off x="13413960" y="4824000"/>
                <a:ext cx="677880" cy="208800"/>
              </a:xfrm>
              <a:custGeom>
                <a:avLst/>
                <a:gdLst>
                  <a:gd name="textAreaLeft" fmla="*/ 0 w 677880"/>
                  <a:gd name="textAreaRight" fmla="*/ 678240 w 67788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4" name="Google Shape;183;p5"/>
              <p:cNvSpPr/>
              <p:nvPr/>
            </p:nvSpPr>
            <p:spPr>
              <a:xfrm rot="10800000">
                <a:off x="13413960" y="4823640"/>
                <a:ext cx="6778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75" name="Google Shape;184;p5"/>
            <p:cNvGrpSpPr/>
            <p:nvPr/>
          </p:nvGrpSpPr>
          <p:grpSpPr>
            <a:xfrm>
              <a:off x="12932280" y="5625360"/>
              <a:ext cx="413280" cy="297720"/>
              <a:chOff x="12932280" y="5625360"/>
              <a:chExt cx="413280" cy="297720"/>
            </a:xfrm>
          </p:grpSpPr>
          <p:sp>
            <p:nvSpPr>
              <p:cNvPr id="176" name="Google Shape;185;p5"/>
              <p:cNvSpPr/>
              <p:nvPr/>
            </p:nvSpPr>
            <p:spPr>
              <a:xfrm rot="10800000">
                <a:off x="12932640" y="5625360"/>
                <a:ext cx="412920" cy="20880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7" name="Google Shape;186;p5"/>
              <p:cNvSpPr/>
              <p:nvPr/>
            </p:nvSpPr>
            <p:spPr>
              <a:xfrm rot="10800000">
                <a:off x="12932280" y="5625360"/>
                <a:ext cx="4132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78" name="Google Shape;187;p5"/>
            <p:cNvGrpSpPr/>
            <p:nvPr/>
          </p:nvGrpSpPr>
          <p:grpSpPr>
            <a:xfrm>
              <a:off x="14160600" y="4823640"/>
              <a:ext cx="413280" cy="297720"/>
              <a:chOff x="14160600" y="4823640"/>
              <a:chExt cx="413280" cy="297720"/>
            </a:xfrm>
          </p:grpSpPr>
          <p:sp>
            <p:nvSpPr>
              <p:cNvPr id="179" name="Google Shape;188;p5"/>
              <p:cNvSpPr/>
              <p:nvPr/>
            </p:nvSpPr>
            <p:spPr>
              <a:xfrm rot="10800000">
                <a:off x="14160960" y="4824000"/>
                <a:ext cx="412920" cy="20880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80" name="Google Shape;189;p5"/>
              <p:cNvSpPr/>
              <p:nvPr/>
            </p:nvSpPr>
            <p:spPr>
              <a:xfrm rot="10800000">
                <a:off x="14160600" y="4823640"/>
                <a:ext cx="4132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81" name="Google Shape;190;p5"/>
            <p:cNvGrpSpPr/>
            <p:nvPr/>
          </p:nvGrpSpPr>
          <p:grpSpPr>
            <a:xfrm>
              <a:off x="12606480" y="6026040"/>
              <a:ext cx="413280" cy="297720"/>
              <a:chOff x="12606480" y="6026040"/>
              <a:chExt cx="413280" cy="297720"/>
            </a:xfrm>
          </p:grpSpPr>
          <p:sp>
            <p:nvSpPr>
              <p:cNvPr id="182" name="Google Shape;191;p5"/>
              <p:cNvSpPr/>
              <p:nvPr/>
            </p:nvSpPr>
            <p:spPr>
              <a:xfrm rot="10800000">
                <a:off x="12606840" y="6026400"/>
                <a:ext cx="412920" cy="20880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3" name="Google Shape;192;p5"/>
              <p:cNvSpPr/>
              <p:nvPr/>
            </p:nvSpPr>
            <p:spPr>
              <a:xfrm rot="10800000">
                <a:off x="12606480" y="6026040"/>
                <a:ext cx="4132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94;p6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185" name="Google Shape;195;p6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186" name="Google Shape;196;p6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87" name="Google Shape;197;p6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88" name="Google Shape;198;p6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189" name="Google Shape;199;p6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90" name="Google Shape;200;p6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191" name="Google Shape;201;p6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192" name="Google Shape;202;p6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93" name="Google Shape;203;p6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94" name="Google Shape;204;p6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95" name="Google Shape;205;p6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96" name="Google Shape;206;p6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97" name="Google Shape;207;p6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98" name="Google Shape;208;p6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99" name="Google Shape;209;p6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0" name="Google Shape;210;p6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378440" y="2235600"/>
            <a:ext cx="155311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2742480" y="4534920"/>
            <a:ext cx="628272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9262800" y="4534920"/>
            <a:ext cx="628272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15;p7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205" name="Google Shape;216;p7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206" name="Google Shape;217;p7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07" name="Google Shape;218;p7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08" name="Google Shape;219;p7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209" name="Google Shape;220;p7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10" name="Google Shape;221;p7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211" name="Google Shape;222;p7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212" name="Google Shape;223;p7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213" name="Google Shape;224;p7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14" name="Google Shape;225;p7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15" name="Google Shape;226;p7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216" name="Google Shape;227;p7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7" name="Google Shape;228;p7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18" name="Google Shape;229;p7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219" name="Google Shape;230;p7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0" name="Google Shape;231;p7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378440" y="2126160"/>
            <a:ext cx="155311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3429000" y="5263920"/>
            <a:ext cx="5610600" cy="39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9245520" y="5263920"/>
            <a:ext cx="5613120" cy="39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36;p8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225" name="Google Shape;237;p8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226" name="Google Shape;238;p8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27" name="Google Shape;239;p8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28" name="Google Shape;240;p8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229" name="Google Shape;241;p8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30" name="Google Shape;242;p8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231" name="Google Shape;243;p8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232" name="Google Shape;244;p8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233" name="Google Shape;245;p8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34" name="Google Shape;246;p8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35" name="Google Shape;247;p8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236" name="Google Shape;248;p8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7" name="Google Shape;249;p8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38" name="Google Shape;250;p8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239" name="Google Shape;251;p8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40" name="Google Shape;252;p8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378440" y="2234880"/>
            <a:ext cx="155311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42" name="Google Shape;254;p8"/>
          <p:cNvGrpSpPr/>
          <p:nvPr/>
        </p:nvGrpSpPr>
        <p:grpSpPr>
          <a:xfrm>
            <a:off x="12611520" y="6571080"/>
            <a:ext cx="4647600" cy="2514960"/>
            <a:chOff x="12611520" y="6571080"/>
            <a:chExt cx="4647600" cy="2514960"/>
          </a:xfrm>
        </p:grpSpPr>
        <p:grpSp>
          <p:nvGrpSpPr>
            <p:cNvPr id="243" name="Google Shape;255;p8"/>
            <p:cNvGrpSpPr/>
            <p:nvPr/>
          </p:nvGrpSpPr>
          <p:grpSpPr>
            <a:xfrm>
              <a:off x="14720400" y="8586720"/>
              <a:ext cx="2538720" cy="499320"/>
              <a:chOff x="14720400" y="8586720"/>
              <a:chExt cx="2538720" cy="499320"/>
            </a:xfrm>
          </p:grpSpPr>
          <p:sp>
            <p:nvSpPr>
              <p:cNvPr id="244" name="Google Shape;256;p8"/>
              <p:cNvSpPr/>
              <p:nvPr/>
            </p:nvSpPr>
            <p:spPr>
              <a:xfrm>
                <a:off x="14720400" y="8735760"/>
                <a:ext cx="2538720" cy="350280"/>
              </a:xfrm>
              <a:custGeom>
                <a:avLst/>
                <a:gdLst>
                  <a:gd name="textAreaLeft" fmla="*/ 0 w 2538720"/>
                  <a:gd name="textAreaRight" fmla="*/ 2539080 w 253872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45" name="Google Shape;257;p8"/>
              <p:cNvSpPr/>
              <p:nvPr/>
            </p:nvSpPr>
            <p:spPr>
              <a:xfrm>
                <a:off x="14720400" y="8586720"/>
                <a:ext cx="253836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46" name="Google Shape;258;p8"/>
            <p:cNvGrpSpPr/>
            <p:nvPr/>
          </p:nvGrpSpPr>
          <p:grpSpPr>
            <a:xfrm>
              <a:off x="14395320" y="7915320"/>
              <a:ext cx="2863440" cy="498960"/>
              <a:chOff x="14395320" y="7915320"/>
              <a:chExt cx="2863440" cy="498960"/>
            </a:xfrm>
          </p:grpSpPr>
          <p:sp>
            <p:nvSpPr>
              <p:cNvPr id="247" name="Google Shape;259;p8"/>
              <p:cNvSpPr/>
              <p:nvPr/>
            </p:nvSpPr>
            <p:spPr>
              <a:xfrm>
                <a:off x="14395320" y="8064000"/>
                <a:ext cx="2863440" cy="350280"/>
              </a:xfrm>
              <a:custGeom>
                <a:avLst/>
                <a:gdLst>
                  <a:gd name="textAreaLeft" fmla="*/ 0 w 2863440"/>
                  <a:gd name="textAreaRight" fmla="*/ 2863800 w 286344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48" name="Google Shape;260;p8"/>
              <p:cNvSpPr/>
              <p:nvPr/>
            </p:nvSpPr>
            <p:spPr>
              <a:xfrm>
                <a:off x="14395320" y="7915320"/>
                <a:ext cx="286344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49" name="Google Shape;261;p8"/>
            <p:cNvGrpSpPr/>
            <p:nvPr/>
          </p:nvGrpSpPr>
          <p:grpSpPr>
            <a:xfrm>
              <a:off x="13744080" y="6571080"/>
              <a:ext cx="1433880" cy="499320"/>
              <a:chOff x="13744080" y="6571080"/>
              <a:chExt cx="1433880" cy="499320"/>
            </a:xfrm>
          </p:grpSpPr>
          <p:sp>
            <p:nvSpPr>
              <p:cNvPr id="250" name="Google Shape;262;p8"/>
              <p:cNvSpPr/>
              <p:nvPr/>
            </p:nvSpPr>
            <p:spPr>
              <a:xfrm>
                <a:off x="13744080" y="6720120"/>
                <a:ext cx="1433880" cy="350280"/>
              </a:xfrm>
              <a:custGeom>
                <a:avLst/>
                <a:gdLst>
                  <a:gd name="textAreaLeft" fmla="*/ 0 w 1433880"/>
                  <a:gd name="textAreaRight" fmla="*/ 1434240 w 143388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51" name="Google Shape;263;p8"/>
              <p:cNvSpPr/>
              <p:nvPr/>
            </p:nvSpPr>
            <p:spPr>
              <a:xfrm>
                <a:off x="13744080" y="6571080"/>
                <a:ext cx="143352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52" name="Google Shape;264;p8"/>
            <p:cNvGrpSpPr/>
            <p:nvPr/>
          </p:nvGrpSpPr>
          <p:grpSpPr>
            <a:xfrm>
              <a:off x="15509520" y="7243200"/>
              <a:ext cx="1749600" cy="498960"/>
              <a:chOff x="15509520" y="7243200"/>
              <a:chExt cx="1749600" cy="498960"/>
            </a:xfrm>
          </p:grpSpPr>
          <p:sp>
            <p:nvSpPr>
              <p:cNvPr id="253" name="Google Shape;265;p8"/>
              <p:cNvSpPr/>
              <p:nvPr/>
            </p:nvSpPr>
            <p:spPr>
              <a:xfrm>
                <a:off x="15509520" y="7391880"/>
                <a:ext cx="1749600" cy="350280"/>
              </a:xfrm>
              <a:custGeom>
                <a:avLst/>
                <a:gdLst>
                  <a:gd name="textAreaLeft" fmla="*/ 0 w 1749600"/>
                  <a:gd name="textAreaRight" fmla="*/ 1749960 w 174960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54" name="Google Shape;266;p8"/>
              <p:cNvSpPr/>
              <p:nvPr/>
            </p:nvSpPr>
            <p:spPr>
              <a:xfrm>
                <a:off x="15509520" y="7243200"/>
                <a:ext cx="174924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55" name="Google Shape;267;p8"/>
            <p:cNvGrpSpPr/>
            <p:nvPr/>
          </p:nvGrpSpPr>
          <p:grpSpPr>
            <a:xfrm>
              <a:off x="16094520" y="6571080"/>
              <a:ext cx="1164600" cy="499320"/>
              <a:chOff x="16094520" y="6571080"/>
              <a:chExt cx="1164600" cy="499320"/>
            </a:xfrm>
          </p:grpSpPr>
          <p:sp>
            <p:nvSpPr>
              <p:cNvPr id="256" name="Google Shape;268;p8"/>
              <p:cNvSpPr/>
              <p:nvPr/>
            </p:nvSpPr>
            <p:spPr>
              <a:xfrm>
                <a:off x="16094520" y="6720120"/>
                <a:ext cx="1164600" cy="350280"/>
              </a:xfrm>
              <a:custGeom>
                <a:avLst/>
                <a:gdLst>
                  <a:gd name="textAreaLeft" fmla="*/ 0 w 1164600"/>
                  <a:gd name="textAreaRight" fmla="*/ 1164960 w 116460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57" name="Google Shape;269;p8"/>
              <p:cNvSpPr/>
              <p:nvPr/>
            </p:nvSpPr>
            <p:spPr>
              <a:xfrm>
                <a:off x="16094520" y="6571080"/>
                <a:ext cx="116460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58" name="Google Shape;270;p8"/>
            <p:cNvGrpSpPr/>
            <p:nvPr/>
          </p:nvGrpSpPr>
          <p:grpSpPr>
            <a:xfrm>
              <a:off x="13104720" y="7915320"/>
              <a:ext cx="1164600" cy="498960"/>
              <a:chOff x="13104720" y="7915320"/>
              <a:chExt cx="1164600" cy="498960"/>
            </a:xfrm>
          </p:grpSpPr>
          <p:sp>
            <p:nvSpPr>
              <p:cNvPr id="259" name="Google Shape;271;p8"/>
              <p:cNvSpPr/>
              <p:nvPr/>
            </p:nvSpPr>
            <p:spPr>
              <a:xfrm>
                <a:off x="13104720" y="8064000"/>
                <a:ext cx="1164600" cy="350280"/>
              </a:xfrm>
              <a:custGeom>
                <a:avLst/>
                <a:gdLst>
                  <a:gd name="textAreaLeft" fmla="*/ 0 w 1164600"/>
                  <a:gd name="textAreaRight" fmla="*/ 1164960 w 116460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0" name="Google Shape;272;p8"/>
              <p:cNvSpPr/>
              <p:nvPr/>
            </p:nvSpPr>
            <p:spPr>
              <a:xfrm>
                <a:off x="13104720" y="7915320"/>
                <a:ext cx="116460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61" name="Google Shape;273;p8"/>
            <p:cNvGrpSpPr/>
            <p:nvPr/>
          </p:nvGrpSpPr>
          <p:grpSpPr>
            <a:xfrm>
              <a:off x="13439160" y="8586720"/>
              <a:ext cx="1164600" cy="499320"/>
              <a:chOff x="13439160" y="8586720"/>
              <a:chExt cx="1164600" cy="499320"/>
            </a:xfrm>
          </p:grpSpPr>
          <p:sp>
            <p:nvSpPr>
              <p:cNvPr id="262" name="Google Shape;274;p8"/>
              <p:cNvSpPr/>
              <p:nvPr/>
            </p:nvSpPr>
            <p:spPr>
              <a:xfrm>
                <a:off x="13439160" y="8735760"/>
                <a:ext cx="1164600" cy="350280"/>
              </a:xfrm>
              <a:custGeom>
                <a:avLst/>
                <a:gdLst>
                  <a:gd name="textAreaLeft" fmla="*/ 0 w 1164600"/>
                  <a:gd name="textAreaRight" fmla="*/ 1164960 w 116460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3" name="Google Shape;275;p8"/>
              <p:cNvSpPr/>
              <p:nvPr/>
            </p:nvSpPr>
            <p:spPr>
              <a:xfrm>
                <a:off x="13439160" y="8586720"/>
                <a:ext cx="116460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64" name="Google Shape;276;p8"/>
            <p:cNvGrpSpPr/>
            <p:nvPr/>
          </p:nvGrpSpPr>
          <p:grpSpPr>
            <a:xfrm>
              <a:off x="14720400" y="7243200"/>
              <a:ext cx="709920" cy="498960"/>
              <a:chOff x="14720400" y="7243200"/>
              <a:chExt cx="709920" cy="498960"/>
            </a:xfrm>
          </p:grpSpPr>
          <p:sp>
            <p:nvSpPr>
              <p:cNvPr id="265" name="Google Shape;277;p8"/>
              <p:cNvSpPr/>
              <p:nvPr/>
            </p:nvSpPr>
            <p:spPr>
              <a:xfrm>
                <a:off x="14720400" y="7391880"/>
                <a:ext cx="709560" cy="350280"/>
              </a:xfrm>
              <a:custGeom>
                <a:avLst/>
                <a:gdLst>
                  <a:gd name="textAreaLeft" fmla="*/ 0 w 709560"/>
                  <a:gd name="textAreaRight" fmla="*/ 709920 w 70956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6" name="Google Shape;278;p8"/>
              <p:cNvSpPr/>
              <p:nvPr/>
            </p:nvSpPr>
            <p:spPr>
              <a:xfrm>
                <a:off x="14720400" y="7243200"/>
                <a:ext cx="70992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67" name="Google Shape;279;p8"/>
            <p:cNvGrpSpPr/>
            <p:nvPr/>
          </p:nvGrpSpPr>
          <p:grpSpPr>
            <a:xfrm>
              <a:off x="12611520" y="8586720"/>
              <a:ext cx="709920" cy="499320"/>
              <a:chOff x="12611520" y="8586720"/>
              <a:chExt cx="709920" cy="499320"/>
            </a:xfrm>
          </p:grpSpPr>
          <p:sp>
            <p:nvSpPr>
              <p:cNvPr id="268" name="Google Shape;280;p8"/>
              <p:cNvSpPr/>
              <p:nvPr/>
            </p:nvSpPr>
            <p:spPr>
              <a:xfrm>
                <a:off x="12611520" y="8735760"/>
                <a:ext cx="709560" cy="350280"/>
              </a:xfrm>
              <a:custGeom>
                <a:avLst/>
                <a:gdLst>
                  <a:gd name="textAreaLeft" fmla="*/ 0 w 709560"/>
                  <a:gd name="textAreaRight" fmla="*/ 709920 w 70956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69" name="Google Shape;281;p8"/>
              <p:cNvSpPr/>
              <p:nvPr/>
            </p:nvSpPr>
            <p:spPr>
              <a:xfrm>
                <a:off x="12611520" y="8586720"/>
                <a:ext cx="70992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70" name="Google Shape;282;p8"/>
            <p:cNvGrpSpPr/>
            <p:nvPr/>
          </p:nvGrpSpPr>
          <p:grpSpPr>
            <a:xfrm>
              <a:off x="15279840" y="6571080"/>
              <a:ext cx="709920" cy="499320"/>
              <a:chOff x="15279840" y="6571080"/>
              <a:chExt cx="709920" cy="499320"/>
            </a:xfrm>
          </p:grpSpPr>
          <p:sp>
            <p:nvSpPr>
              <p:cNvPr id="271" name="Google Shape;283;p8"/>
              <p:cNvSpPr/>
              <p:nvPr/>
            </p:nvSpPr>
            <p:spPr>
              <a:xfrm>
                <a:off x="15279840" y="6720120"/>
                <a:ext cx="709560" cy="350280"/>
              </a:xfrm>
              <a:custGeom>
                <a:avLst/>
                <a:gdLst>
                  <a:gd name="textAreaLeft" fmla="*/ 0 w 709560"/>
                  <a:gd name="textAreaRight" fmla="*/ 709920 w 70956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2" name="Google Shape;284;p8"/>
              <p:cNvSpPr/>
              <p:nvPr/>
            </p:nvSpPr>
            <p:spPr>
              <a:xfrm>
                <a:off x="15279840" y="6571080"/>
                <a:ext cx="70992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86;p9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274" name="Google Shape;287;p9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275" name="Google Shape;288;p9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76" name="Google Shape;289;p9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77" name="Google Shape;290;p9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278" name="Google Shape;291;p9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79" name="Google Shape;292;p9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280" name="Google Shape;293;p9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281" name="Google Shape;294;p9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282" name="Google Shape;295;p9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83" name="Google Shape;296;p9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84" name="Google Shape;297;p9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285" name="Google Shape;298;p9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6" name="Google Shape;299;p9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87" name="Google Shape;300;p9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288" name="Google Shape;301;p9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9" name="Google Shape;302;p9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1339560" y="2976120"/>
            <a:ext cx="15608880" cy="11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732440" y="5136840"/>
            <a:ext cx="9337680" cy="444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body"/>
          </p:nvPr>
        </p:nvSpPr>
        <p:spPr>
          <a:xfrm>
            <a:off x="1805040" y="5392440"/>
            <a:ext cx="5495760" cy="39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3" name="Google Shape;306;p9"/>
          <p:cNvGrpSpPr/>
          <p:nvPr/>
        </p:nvGrpSpPr>
        <p:grpSpPr>
          <a:xfrm>
            <a:off x="14691960" y="3329280"/>
            <a:ext cx="2069640" cy="1189080"/>
            <a:chOff x="14691960" y="3329280"/>
            <a:chExt cx="2069640" cy="1189080"/>
          </a:xfrm>
        </p:grpSpPr>
        <p:grpSp>
          <p:nvGrpSpPr>
            <p:cNvPr id="294" name="Google Shape;307;p9"/>
            <p:cNvGrpSpPr/>
            <p:nvPr/>
          </p:nvGrpSpPr>
          <p:grpSpPr>
            <a:xfrm>
              <a:off x="15631200" y="4282560"/>
              <a:ext cx="1130400" cy="235800"/>
              <a:chOff x="15631200" y="4282560"/>
              <a:chExt cx="1130400" cy="235800"/>
            </a:xfrm>
          </p:grpSpPr>
          <p:sp>
            <p:nvSpPr>
              <p:cNvPr id="295" name="Google Shape;308;p9"/>
              <p:cNvSpPr/>
              <p:nvPr/>
            </p:nvSpPr>
            <p:spPr>
              <a:xfrm>
                <a:off x="15631200" y="4352760"/>
                <a:ext cx="1130400" cy="165600"/>
              </a:xfrm>
              <a:custGeom>
                <a:avLst/>
                <a:gdLst>
                  <a:gd name="textAreaLeft" fmla="*/ 0 w 1130400"/>
                  <a:gd name="textAreaRight" fmla="*/ 1130760 w 1130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96" name="Google Shape;309;p9"/>
              <p:cNvSpPr/>
              <p:nvPr/>
            </p:nvSpPr>
            <p:spPr>
              <a:xfrm>
                <a:off x="15631200" y="4282560"/>
                <a:ext cx="1130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97" name="Google Shape;310;p9"/>
            <p:cNvGrpSpPr/>
            <p:nvPr/>
          </p:nvGrpSpPr>
          <p:grpSpPr>
            <a:xfrm>
              <a:off x="15486480" y="3965040"/>
              <a:ext cx="1275120" cy="235800"/>
              <a:chOff x="15486480" y="3965040"/>
              <a:chExt cx="1275120" cy="235800"/>
            </a:xfrm>
          </p:grpSpPr>
          <p:sp>
            <p:nvSpPr>
              <p:cNvPr id="298" name="Google Shape;311;p9"/>
              <p:cNvSpPr/>
              <p:nvPr/>
            </p:nvSpPr>
            <p:spPr>
              <a:xfrm>
                <a:off x="15486480" y="4035240"/>
                <a:ext cx="1275120" cy="165600"/>
              </a:xfrm>
              <a:custGeom>
                <a:avLst/>
                <a:gdLst>
                  <a:gd name="textAreaLeft" fmla="*/ 0 w 1275120"/>
                  <a:gd name="textAreaRight" fmla="*/ 1275480 w 12751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9" name="Google Shape;312;p9"/>
              <p:cNvSpPr/>
              <p:nvPr/>
            </p:nvSpPr>
            <p:spPr>
              <a:xfrm>
                <a:off x="15486480" y="3965040"/>
                <a:ext cx="127512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00" name="Google Shape;313;p9"/>
            <p:cNvGrpSpPr/>
            <p:nvPr/>
          </p:nvGrpSpPr>
          <p:grpSpPr>
            <a:xfrm>
              <a:off x="15196320" y="3329280"/>
              <a:ext cx="638280" cy="236160"/>
              <a:chOff x="15196320" y="3329280"/>
              <a:chExt cx="638280" cy="236160"/>
            </a:xfrm>
          </p:grpSpPr>
          <p:sp>
            <p:nvSpPr>
              <p:cNvPr id="301" name="Google Shape;314;p9"/>
              <p:cNvSpPr/>
              <p:nvPr/>
            </p:nvSpPr>
            <p:spPr>
              <a:xfrm>
                <a:off x="15196320" y="3399840"/>
                <a:ext cx="638280" cy="165600"/>
              </a:xfrm>
              <a:custGeom>
                <a:avLst/>
                <a:gdLst>
                  <a:gd name="textAreaLeft" fmla="*/ 0 w 638280"/>
                  <a:gd name="textAreaRight" fmla="*/ 638640 w 63828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02" name="Google Shape;315;p9"/>
              <p:cNvSpPr/>
              <p:nvPr/>
            </p:nvSpPr>
            <p:spPr>
              <a:xfrm>
                <a:off x="15196320" y="3329280"/>
                <a:ext cx="6382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03" name="Google Shape;316;p9"/>
            <p:cNvGrpSpPr/>
            <p:nvPr/>
          </p:nvGrpSpPr>
          <p:grpSpPr>
            <a:xfrm>
              <a:off x="15982560" y="3647160"/>
              <a:ext cx="779040" cy="236160"/>
              <a:chOff x="15982560" y="3647160"/>
              <a:chExt cx="779040" cy="236160"/>
            </a:xfrm>
          </p:grpSpPr>
          <p:sp>
            <p:nvSpPr>
              <p:cNvPr id="304" name="Google Shape;317;p9"/>
              <p:cNvSpPr/>
              <p:nvPr/>
            </p:nvSpPr>
            <p:spPr>
              <a:xfrm>
                <a:off x="15982560" y="3717720"/>
                <a:ext cx="779040" cy="165600"/>
              </a:xfrm>
              <a:custGeom>
                <a:avLst/>
                <a:gdLst>
                  <a:gd name="textAreaLeft" fmla="*/ 0 w 779040"/>
                  <a:gd name="textAreaRight" fmla="*/ 779400 w 77904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05" name="Google Shape;318;p9"/>
              <p:cNvSpPr/>
              <p:nvPr/>
            </p:nvSpPr>
            <p:spPr>
              <a:xfrm>
                <a:off x="15982560" y="3647160"/>
                <a:ext cx="7786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06" name="Google Shape;319;p9"/>
            <p:cNvGrpSpPr/>
            <p:nvPr/>
          </p:nvGrpSpPr>
          <p:grpSpPr>
            <a:xfrm>
              <a:off x="16242840" y="3329280"/>
              <a:ext cx="518400" cy="236160"/>
              <a:chOff x="16242840" y="3329280"/>
              <a:chExt cx="518400" cy="236160"/>
            </a:xfrm>
          </p:grpSpPr>
          <p:sp>
            <p:nvSpPr>
              <p:cNvPr id="307" name="Google Shape;320;p9"/>
              <p:cNvSpPr/>
              <p:nvPr/>
            </p:nvSpPr>
            <p:spPr>
              <a:xfrm>
                <a:off x="16242840" y="339984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08" name="Google Shape;321;p9"/>
              <p:cNvSpPr/>
              <p:nvPr/>
            </p:nvSpPr>
            <p:spPr>
              <a:xfrm>
                <a:off x="16242840" y="332928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09" name="Google Shape;322;p9"/>
            <p:cNvGrpSpPr/>
            <p:nvPr/>
          </p:nvGrpSpPr>
          <p:grpSpPr>
            <a:xfrm>
              <a:off x="14911560" y="3965040"/>
              <a:ext cx="518400" cy="235800"/>
              <a:chOff x="14911560" y="3965040"/>
              <a:chExt cx="518400" cy="235800"/>
            </a:xfrm>
          </p:grpSpPr>
          <p:sp>
            <p:nvSpPr>
              <p:cNvPr id="310" name="Google Shape;323;p9"/>
              <p:cNvSpPr/>
              <p:nvPr/>
            </p:nvSpPr>
            <p:spPr>
              <a:xfrm>
                <a:off x="14911560" y="403524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1" name="Google Shape;324;p9"/>
              <p:cNvSpPr/>
              <p:nvPr/>
            </p:nvSpPr>
            <p:spPr>
              <a:xfrm>
                <a:off x="14911560" y="396504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12" name="Google Shape;325;p9"/>
            <p:cNvGrpSpPr/>
            <p:nvPr/>
          </p:nvGrpSpPr>
          <p:grpSpPr>
            <a:xfrm>
              <a:off x="15060600" y="4282560"/>
              <a:ext cx="518400" cy="235800"/>
              <a:chOff x="15060600" y="4282560"/>
              <a:chExt cx="518400" cy="235800"/>
            </a:xfrm>
          </p:grpSpPr>
          <p:sp>
            <p:nvSpPr>
              <p:cNvPr id="313" name="Google Shape;326;p9"/>
              <p:cNvSpPr/>
              <p:nvPr/>
            </p:nvSpPr>
            <p:spPr>
              <a:xfrm>
                <a:off x="15060600" y="435276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4" name="Google Shape;327;p9"/>
              <p:cNvSpPr/>
              <p:nvPr/>
            </p:nvSpPr>
            <p:spPr>
              <a:xfrm>
                <a:off x="15060600" y="428256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15" name="Google Shape;328;p9"/>
            <p:cNvGrpSpPr/>
            <p:nvPr/>
          </p:nvGrpSpPr>
          <p:grpSpPr>
            <a:xfrm>
              <a:off x="15631200" y="3647160"/>
              <a:ext cx="316080" cy="236160"/>
              <a:chOff x="15631200" y="3647160"/>
              <a:chExt cx="316080" cy="236160"/>
            </a:xfrm>
          </p:grpSpPr>
          <p:sp>
            <p:nvSpPr>
              <p:cNvPr id="316" name="Google Shape;329;p9"/>
              <p:cNvSpPr/>
              <p:nvPr/>
            </p:nvSpPr>
            <p:spPr>
              <a:xfrm>
                <a:off x="15631200" y="371772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7" name="Google Shape;330;p9"/>
              <p:cNvSpPr/>
              <p:nvPr/>
            </p:nvSpPr>
            <p:spPr>
              <a:xfrm>
                <a:off x="15631200" y="364716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18" name="Google Shape;331;p9"/>
            <p:cNvGrpSpPr/>
            <p:nvPr/>
          </p:nvGrpSpPr>
          <p:grpSpPr>
            <a:xfrm>
              <a:off x="14691960" y="4282560"/>
              <a:ext cx="316080" cy="235800"/>
              <a:chOff x="14691960" y="4282560"/>
              <a:chExt cx="316080" cy="235800"/>
            </a:xfrm>
          </p:grpSpPr>
          <p:sp>
            <p:nvSpPr>
              <p:cNvPr id="319" name="Google Shape;332;p9"/>
              <p:cNvSpPr/>
              <p:nvPr/>
            </p:nvSpPr>
            <p:spPr>
              <a:xfrm>
                <a:off x="14691960" y="435276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20" name="Google Shape;333;p9"/>
              <p:cNvSpPr/>
              <p:nvPr/>
            </p:nvSpPr>
            <p:spPr>
              <a:xfrm>
                <a:off x="14691960" y="428256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21" name="Google Shape;334;p9"/>
            <p:cNvGrpSpPr/>
            <p:nvPr/>
          </p:nvGrpSpPr>
          <p:grpSpPr>
            <a:xfrm>
              <a:off x="15880320" y="3329280"/>
              <a:ext cx="316080" cy="236160"/>
              <a:chOff x="15880320" y="3329280"/>
              <a:chExt cx="316080" cy="236160"/>
            </a:xfrm>
          </p:grpSpPr>
          <p:sp>
            <p:nvSpPr>
              <p:cNvPr id="322" name="Google Shape;335;p9"/>
              <p:cNvSpPr/>
              <p:nvPr/>
            </p:nvSpPr>
            <p:spPr>
              <a:xfrm>
                <a:off x="15880320" y="339984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3" name="Google Shape;336;p9"/>
              <p:cNvSpPr/>
              <p:nvPr/>
            </p:nvSpPr>
            <p:spPr>
              <a:xfrm>
                <a:off x="15880320" y="332928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grpSp>
        <p:nvGrpSpPr>
          <p:cNvPr id="324" name="Google Shape;337;p9"/>
          <p:cNvGrpSpPr/>
          <p:nvPr/>
        </p:nvGrpSpPr>
        <p:grpSpPr>
          <a:xfrm>
            <a:off x="14691960" y="7776000"/>
            <a:ext cx="2069640" cy="1188720"/>
            <a:chOff x="14691960" y="7776000"/>
            <a:chExt cx="2069640" cy="1188720"/>
          </a:xfrm>
        </p:grpSpPr>
        <p:grpSp>
          <p:nvGrpSpPr>
            <p:cNvPr id="325" name="Google Shape;338;p9"/>
            <p:cNvGrpSpPr/>
            <p:nvPr/>
          </p:nvGrpSpPr>
          <p:grpSpPr>
            <a:xfrm>
              <a:off x="14692320" y="7776000"/>
              <a:ext cx="1130400" cy="235800"/>
              <a:chOff x="14692320" y="7776000"/>
              <a:chExt cx="1130400" cy="235800"/>
            </a:xfrm>
          </p:grpSpPr>
          <p:sp>
            <p:nvSpPr>
              <p:cNvPr id="326" name="Google Shape;339;p9"/>
              <p:cNvSpPr/>
              <p:nvPr/>
            </p:nvSpPr>
            <p:spPr>
              <a:xfrm rot="10800000">
                <a:off x="14692320" y="7776000"/>
                <a:ext cx="1130400" cy="165600"/>
              </a:xfrm>
              <a:custGeom>
                <a:avLst/>
                <a:gdLst>
                  <a:gd name="textAreaLeft" fmla="*/ 0 w 1130400"/>
                  <a:gd name="textAreaRight" fmla="*/ 1130760 w 1130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27" name="Google Shape;340;p9"/>
              <p:cNvSpPr/>
              <p:nvPr/>
            </p:nvSpPr>
            <p:spPr>
              <a:xfrm rot="10800000">
                <a:off x="14692320" y="7776000"/>
                <a:ext cx="1130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28" name="Google Shape;341;p9"/>
            <p:cNvGrpSpPr/>
            <p:nvPr/>
          </p:nvGrpSpPr>
          <p:grpSpPr>
            <a:xfrm>
              <a:off x="14692320" y="8093160"/>
              <a:ext cx="1275120" cy="236160"/>
              <a:chOff x="14692320" y="8093160"/>
              <a:chExt cx="1275120" cy="236160"/>
            </a:xfrm>
          </p:grpSpPr>
          <p:sp>
            <p:nvSpPr>
              <p:cNvPr id="329" name="Google Shape;342;p9"/>
              <p:cNvSpPr/>
              <p:nvPr/>
            </p:nvSpPr>
            <p:spPr>
              <a:xfrm rot="10800000">
                <a:off x="14692320" y="8093160"/>
                <a:ext cx="1275120" cy="165600"/>
              </a:xfrm>
              <a:custGeom>
                <a:avLst/>
                <a:gdLst>
                  <a:gd name="textAreaLeft" fmla="*/ 0 w 1275120"/>
                  <a:gd name="textAreaRight" fmla="*/ 1275480 w 12751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30" name="Google Shape;343;p9"/>
              <p:cNvSpPr/>
              <p:nvPr/>
            </p:nvSpPr>
            <p:spPr>
              <a:xfrm rot="10800000">
                <a:off x="14692320" y="8093520"/>
                <a:ext cx="127512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31" name="Google Shape;344;p9"/>
            <p:cNvGrpSpPr/>
            <p:nvPr/>
          </p:nvGrpSpPr>
          <p:grpSpPr>
            <a:xfrm>
              <a:off x="15619320" y="8728920"/>
              <a:ext cx="638280" cy="235800"/>
              <a:chOff x="15619320" y="8728920"/>
              <a:chExt cx="638280" cy="235800"/>
            </a:xfrm>
          </p:grpSpPr>
          <p:sp>
            <p:nvSpPr>
              <p:cNvPr id="332" name="Google Shape;345;p9"/>
              <p:cNvSpPr/>
              <p:nvPr/>
            </p:nvSpPr>
            <p:spPr>
              <a:xfrm rot="10800000">
                <a:off x="15619320" y="8728920"/>
                <a:ext cx="638280" cy="165600"/>
              </a:xfrm>
              <a:custGeom>
                <a:avLst/>
                <a:gdLst>
                  <a:gd name="textAreaLeft" fmla="*/ 0 w 638280"/>
                  <a:gd name="textAreaRight" fmla="*/ 638640 w 63828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33" name="Google Shape;346;p9"/>
              <p:cNvSpPr/>
              <p:nvPr/>
            </p:nvSpPr>
            <p:spPr>
              <a:xfrm rot="10800000">
                <a:off x="15619320" y="8728920"/>
                <a:ext cx="6382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34" name="Google Shape;347;p9"/>
            <p:cNvGrpSpPr/>
            <p:nvPr/>
          </p:nvGrpSpPr>
          <p:grpSpPr>
            <a:xfrm>
              <a:off x="14691960" y="8411040"/>
              <a:ext cx="779040" cy="235800"/>
              <a:chOff x="14691960" y="8411040"/>
              <a:chExt cx="779040" cy="235800"/>
            </a:xfrm>
          </p:grpSpPr>
          <p:sp>
            <p:nvSpPr>
              <p:cNvPr id="335" name="Google Shape;348;p9"/>
              <p:cNvSpPr/>
              <p:nvPr/>
            </p:nvSpPr>
            <p:spPr>
              <a:xfrm rot="10800000">
                <a:off x="14691960" y="8411040"/>
                <a:ext cx="779040" cy="165600"/>
              </a:xfrm>
              <a:custGeom>
                <a:avLst/>
                <a:gdLst>
                  <a:gd name="textAreaLeft" fmla="*/ 0 w 779040"/>
                  <a:gd name="textAreaRight" fmla="*/ 779400 w 77904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36" name="Google Shape;349;p9"/>
              <p:cNvSpPr/>
              <p:nvPr/>
            </p:nvSpPr>
            <p:spPr>
              <a:xfrm rot="10800000">
                <a:off x="14692320" y="8411040"/>
                <a:ext cx="7786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37" name="Google Shape;350;p9"/>
            <p:cNvGrpSpPr/>
            <p:nvPr/>
          </p:nvGrpSpPr>
          <p:grpSpPr>
            <a:xfrm>
              <a:off x="14692320" y="8728920"/>
              <a:ext cx="518400" cy="235800"/>
              <a:chOff x="14692320" y="8728920"/>
              <a:chExt cx="518400" cy="235800"/>
            </a:xfrm>
          </p:grpSpPr>
          <p:sp>
            <p:nvSpPr>
              <p:cNvPr id="338" name="Google Shape;351;p9"/>
              <p:cNvSpPr/>
              <p:nvPr/>
            </p:nvSpPr>
            <p:spPr>
              <a:xfrm rot="10800000">
                <a:off x="14692320" y="872892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39" name="Google Shape;352;p9"/>
              <p:cNvSpPr/>
              <p:nvPr/>
            </p:nvSpPr>
            <p:spPr>
              <a:xfrm rot="10800000">
                <a:off x="14692320" y="872892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40" name="Google Shape;353;p9"/>
            <p:cNvGrpSpPr/>
            <p:nvPr/>
          </p:nvGrpSpPr>
          <p:grpSpPr>
            <a:xfrm>
              <a:off x="16023600" y="8093160"/>
              <a:ext cx="518400" cy="236160"/>
              <a:chOff x="16023600" y="8093160"/>
              <a:chExt cx="518400" cy="236160"/>
            </a:xfrm>
          </p:grpSpPr>
          <p:sp>
            <p:nvSpPr>
              <p:cNvPr id="341" name="Google Shape;354;p9"/>
              <p:cNvSpPr/>
              <p:nvPr/>
            </p:nvSpPr>
            <p:spPr>
              <a:xfrm rot="10800000">
                <a:off x="16023600" y="809316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2" name="Google Shape;355;p9"/>
              <p:cNvSpPr/>
              <p:nvPr/>
            </p:nvSpPr>
            <p:spPr>
              <a:xfrm rot="10800000">
                <a:off x="16023600" y="809352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43" name="Google Shape;356;p9"/>
            <p:cNvGrpSpPr/>
            <p:nvPr/>
          </p:nvGrpSpPr>
          <p:grpSpPr>
            <a:xfrm>
              <a:off x="15874920" y="7776000"/>
              <a:ext cx="518400" cy="235800"/>
              <a:chOff x="15874920" y="7776000"/>
              <a:chExt cx="518400" cy="235800"/>
            </a:xfrm>
          </p:grpSpPr>
          <p:sp>
            <p:nvSpPr>
              <p:cNvPr id="344" name="Google Shape;357;p9"/>
              <p:cNvSpPr/>
              <p:nvPr/>
            </p:nvSpPr>
            <p:spPr>
              <a:xfrm rot="10800000">
                <a:off x="15874920" y="777600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5" name="Google Shape;358;p9"/>
              <p:cNvSpPr/>
              <p:nvPr/>
            </p:nvSpPr>
            <p:spPr>
              <a:xfrm rot="10800000">
                <a:off x="15874920" y="777600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46" name="Google Shape;359;p9"/>
            <p:cNvGrpSpPr/>
            <p:nvPr/>
          </p:nvGrpSpPr>
          <p:grpSpPr>
            <a:xfrm>
              <a:off x="15506640" y="8411040"/>
              <a:ext cx="316080" cy="235800"/>
              <a:chOff x="15506640" y="8411040"/>
              <a:chExt cx="316080" cy="235800"/>
            </a:xfrm>
          </p:grpSpPr>
          <p:sp>
            <p:nvSpPr>
              <p:cNvPr id="347" name="Google Shape;360;p9"/>
              <p:cNvSpPr/>
              <p:nvPr/>
            </p:nvSpPr>
            <p:spPr>
              <a:xfrm rot="10800000">
                <a:off x="15507000" y="841104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8" name="Google Shape;361;p9"/>
              <p:cNvSpPr/>
              <p:nvPr/>
            </p:nvSpPr>
            <p:spPr>
              <a:xfrm rot="10800000">
                <a:off x="15506640" y="841104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49" name="Google Shape;362;p9"/>
            <p:cNvGrpSpPr/>
            <p:nvPr/>
          </p:nvGrpSpPr>
          <p:grpSpPr>
            <a:xfrm>
              <a:off x="16445520" y="7776000"/>
              <a:ext cx="316080" cy="235800"/>
              <a:chOff x="16445520" y="7776000"/>
              <a:chExt cx="316080" cy="235800"/>
            </a:xfrm>
          </p:grpSpPr>
          <p:sp>
            <p:nvSpPr>
              <p:cNvPr id="350" name="Google Shape;363;p9"/>
              <p:cNvSpPr/>
              <p:nvPr/>
            </p:nvSpPr>
            <p:spPr>
              <a:xfrm rot="10800000">
                <a:off x="16445880" y="777600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51" name="Google Shape;364;p9"/>
              <p:cNvSpPr/>
              <p:nvPr/>
            </p:nvSpPr>
            <p:spPr>
              <a:xfrm rot="10800000">
                <a:off x="16445520" y="777600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52" name="Google Shape;365;p9"/>
            <p:cNvGrpSpPr/>
            <p:nvPr/>
          </p:nvGrpSpPr>
          <p:grpSpPr>
            <a:xfrm>
              <a:off x="15257160" y="8728920"/>
              <a:ext cx="316080" cy="235800"/>
              <a:chOff x="15257160" y="8728920"/>
              <a:chExt cx="316080" cy="235800"/>
            </a:xfrm>
          </p:grpSpPr>
          <p:sp>
            <p:nvSpPr>
              <p:cNvPr id="353" name="Google Shape;366;p9"/>
              <p:cNvSpPr/>
              <p:nvPr/>
            </p:nvSpPr>
            <p:spPr>
              <a:xfrm rot="10800000">
                <a:off x="15257520" y="872892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4" name="Google Shape;367;p9"/>
              <p:cNvSpPr/>
              <p:nvPr/>
            </p:nvSpPr>
            <p:spPr>
              <a:xfrm rot="10800000">
                <a:off x="15257160" y="872892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69;p10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356" name="Google Shape;370;p10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357" name="Google Shape;371;p10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58" name="Google Shape;372;p10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59" name="Google Shape;373;p10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360" name="Google Shape;374;p10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61" name="Google Shape;375;p10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362" name="Google Shape;376;p10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363" name="Google Shape;377;p10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364" name="Google Shape;378;p10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65" name="Google Shape;379;p10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66" name="Google Shape;380;p10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367" name="Google Shape;381;p10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8" name="Google Shape;382;p10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69" name="Google Shape;383;p10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370" name="Google Shape;384;p10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1" name="Google Shape;385;p10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1317960" y="3575880"/>
            <a:ext cx="15651720" cy="5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10101600" y="515088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body"/>
          </p:nvPr>
        </p:nvSpPr>
        <p:spPr>
          <a:xfrm>
            <a:off x="2549880" y="515088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93;p11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376" name="Google Shape;394;p11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377" name="Google Shape;395;p11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78" name="Google Shape;396;p11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397;p11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380" name="Google Shape;398;p11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81" name="Google Shape;399;p11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382" name="Google Shape;400;p11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383" name="Google Shape;401;p11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384" name="Google Shape;402;p11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385" name="Google Shape;403;p11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86" name="Google Shape;404;p11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387" name="Google Shape;405;p11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8" name="Google Shape;406;p11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89" name="Google Shape;407;p11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390" name="Google Shape;408;p11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91" name="Google Shape;409;p11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grpSp>
        <p:nvGrpSpPr>
          <p:cNvPr id="392" name="Google Shape;410;p11"/>
          <p:cNvGrpSpPr/>
          <p:nvPr/>
        </p:nvGrpSpPr>
        <p:grpSpPr>
          <a:xfrm>
            <a:off x="1028880" y="4836240"/>
            <a:ext cx="10140480" cy="1663200"/>
            <a:chOff x="1028880" y="4836240"/>
            <a:chExt cx="10140480" cy="1663200"/>
          </a:xfrm>
        </p:grpSpPr>
        <p:sp>
          <p:nvSpPr>
            <p:cNvPr id="393" name="Google Shape;411;p11"/>
            <p:cNvSpPr/>
            <p:nvPr/>
          </p:nvSpPr>
          <p:spPr>
            <a:xfrm>
              <a:off x="1028880" y="5003280"/>
              <a:ext cx="10140480" cy="1496160"/>
            </a:xfrm>
            <a:custGeom>
              <a:avLst/>
              <a:gdLst>
                <a:gd name="textAreaLeft" fmla="*/ 0 w 10140480"/>
                <a:gd name="textAreaRight" fmla="*/ 10140840 w 1014048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2296627" h="426740">
                  <a:moveTo>
                    <a:pt x="18297" y="0"/>
                  </a:moveTo>
                  <a:lnTo>
                    <a:pt x="2278331" y="0"/>
                  </a:lnTo>
                  <a:cubicBezTo>
                    <a:pt x="2283183" y="0"/>
                    <a:pt x="2287837" y="1928"/>
                    <a:pt x="2291268" y="5359"/>
                  </a:cubicBezTo>
                  <a:cubicBezTo>
                    <a:pt x="2294699" y="8790"/>
                    <a:pt x="2296627" y="13444"/>
                    <a:pt x="2296627" y="18297"/>
                  </a:cubicBezTo>
                  <a:lnTo>
                    <a:pt x="2296627" y="408444"/>
                  </a:lnTo>
                  <a:cubicBezTo>
                    <a:pt x="2296627" y="413296"/>
                    <a:pt x="2294699" y="417950"/>
                    <a:pt x="2291268" y="421381"/>
                  </a:cubicBezTo>
                  <a:cubicBezTo>
                    <a:pt x="2287837" y="424812"/>
                    <a:pt x="2283183" y="426740"/>
                    <a:pt x="2278331" y="426740"/>
                  </a:cubicBezTo>
                  <a:lnTo>
                    <a:pt x="18297" y="426740"/>
                  </a:lnTo>
                  <a:cubicBezTo>
                    <a:pt x="13444" y="426740"/>
                    <a:pt x="8790" y="424812"/>
                    <a:pt x="5359" y="421381"/>
                  </a:cubicBezTo>
                  <a:cubicBezTo>
                    <a:pt x="1928" y="417950"/>
                    <a:pt x="0" y="413296"/>
                    <a:pt x="0" y="408444"/>
                  </a:cubicBezTo>
                  <a:lnTo>
                    <a:pt x="0" y="18297"/>
                  </a:lnTo>
                  <a:cubicBezTo>
                    <a:pt x="0" y="13444"/>
                    <a:pt x="1928" y="8790"/>
                    <a:pt x="5359" y="5359"/>
                  </a:cubicBezTo>
                  <a:cubicBezTo>
                    <a:pt x="8790" y="1928"/>
                    <a:pt x="13444" y="0"/>
                    <a:pt x="18297" y="0"/>
                  </a:cubicBezTo>
                  <a:close/>
                </a:path>
              </a:pathLst>
            </a:custGeom>
            <a:solidFill>
              <a:srgbClr val="ff66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n-US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94" name="Google Shape;412;p11"/>
            <p:cNvSpPr/>
            <p:nvPr/>
          </p:nvSpPr>
          <p:spPr>
            <a:xfrm>
              <a:off x="1028880" y="4836240"/>
              <a:ext cx="1014048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395" name="Google Shape;413;p11"/>
          <p:cNvGrpSpPr/>
          <p:nvPr/>
        </p:nvGrpSpPr>
        <p:grpSpPr>
          <a:xfrm>
            <a:off x="1338480" y="5080320"/>
            <a:ext cx="10140480" cy="1663200"/>
            <a:chOff x="1338480" y="5080320"/>
            <a:chExt cx="10140480" cy="1663200"/>
          </a:xfrm>
        </p:grpSpPr>
        <p:sp>
          <p:nvSpPr>
            <p:cNvPr id="396" name="Google Shape;414;p11"/>
            <p:cNvSpPr/>
            <p:nvPr/>
          </p:nvSpPr>
          <p:spPr>
            <a:xfrm>
              <a:off x="1338480" y="5247360"/>
              <a:ext cx="10140480" cy="1496160"/>
            </a:xfrm>
            <a:custGeom>
              <a:avLst/>
              <a:gdLst>
                <a:gd name="textAreaLeft" fmla="*/ 0 w 10140480"/>
                <a:gd name="textAreaRight" fmla="*/ 10140840 w 1014048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2296627" h="426740">
                  <a:moveTo>
                    <a:pt x="20584" y="0"/>
                  </a:moveTo>
                  <a:lnTo>
                    <a:pt x="2276043" y="0"/>
                  </a:lnTo>
                  <a:cubicBezTo>
                    <a:pt x="2287412" y="0"/>
                    <a:pt x="2296627" y="9216"/>
                    <a:pt x="2296627" y="20584"/>
                  </a:cubicBezTo>
                  <a:lnTo>
                    <a:pt x="2296627" y="406157"/>
                  </a:lnTo>
                  <a:cubicBezTo>
                    <a:pt x="2296627" y="411616"/>
                    <a:pt x="2294458" y="416851"/>
                    <a:pt x="2290598" y="420711"/>
                  </a:cubicBezTo>
                  <a:cubicBezTo>
                    <a:pt x="2286738" y="424571"/>
                    <a:pt x="2281503" y="426740"/>
                    <a:pt x="2276043" y="426740"/>
                  </a:cubicBezTo>
                  <a:lnTo>
                    <a:pt x="20584" y="426740"/>
                  </a:lnTo>
                  <a:cubicBezTo>
                    <a:pt x="15124" y="426740"/>
                    <a:pt x="9889" y="424571"/>
                    <a:pt x="6029" y="420711"/>
                  </a:cubicBezTo>
                  <a:cubicBezTo>
                    <a:pt x="2169" y="416851"/>
                    <a:pt x="0" y="411616"/>
                    <a:pt x="0" y="406157"/>
                  </a:cubicBezTo>
                  <a:lnTo>
                    <a:pt x="0" y="20584"/>
                  </a:lnTo>
                  <a:cubicBezTo>
                    <a:pt x="0" y="15124"/>
                    <a:pt x="2169" y="9889"/>
                    <a:pt x="6029" y="6029"/>
                  </a:cubicBezTo>
                  <a:cubicBezTo>
                    <a:pt x="9889" y="2169"/>
                    <a:pt x="15124" y="0"/>
                    <a:pt x="20584" y="0"/>
                  </a:cubicBezTo>
                  <a:close/>
                </a:path>
              </a:pathLst>
            </a:custGeom>
            <a:solidFill>
              <a:srgbClr val="000000"/>
            </a:solidFill>
            <a:ln cap="sq" w="2844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97" name="Google Shape;415;p11"/>
            <p:cNvSpPr/>
            <p:nvPr/>
          </p:nvSpPr>
          <p:spPr>
            <a:xfrm>
              <a:off x="1338480" y="5080320"/>
              <a:ext cx="1014048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398" name="Google Shape;416;p11"/>
          <p:cNvSpPr/>
          <p:nvPr/>
        </p:nvSpPr>
        <p:spPr>
          <a:xfrm>
            <a:off x="1371600" y="5247360"/>
            <a:ext cx="11242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Für Informatiker </a:t>
            </a:r>
            <a:r>
              <a:rPr b="0" lang="en-US" sz="4000" strike="noStrike" u="none">
                <a:solidFill>
                  <a:srgbClr val="ff65c0"/>
                </a:solidFill>
                <a:uFillTx/>
                <a:latin typeface="Courier New"/>
                <a:ea typeface="Courier New"/>
              </a:rPr>
              <a:t>Applikationsentwickler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399" name="Google Shape;417;p11"/>
          <p:cNvGrpSpPr/>
          <p:nvPr/>
        </p:nvGrpSpPr>
        <p:grpSpPr>
          <a:xfrm>
            <a:off x="12943800" y="4875480"/>
            <a:ext cx="3987000" cy="2157480"/>
            <a:chOff x="12943800" y="4875480"/>
            <a:chExt cx="3987000" cy="2157480"/>
          </a:xfrm>
        </p:grpSpPr>
        <p:grpSp>
          <p:nvGrpSpPr>
            <p:cNvPr id="400" name="Google Shape;418;p11"/>
            <p:cNvGrpSpPr/>
            <p:nvPr/>
          </p:nvGrpSpPr>
          <p:grpSpPr>
            <a:xfrm>
              <a:off x="14752800" y="6604560"/>
              <a:ext cx="2177640" cy="428400"/>
              <a:chOff x="14752800" y="6604560"/>
              <a:chExt cx="2177640" cy="428400"/>
            </a:xfrm>
          </p:grpSpPr>
          <p:sp>
            <p:nvSpPr>
              <p:cNvPr id="401" name="Google Shape;419;p11"/>
              <p:cNvSpPr/>
              <p:nvPr/>
            </p:nvSpPr>
            <p:spPr>
              <a:xfrm>
                <a:off x="14752800" y="6732360"/>
                <a:ext cx="2177640" cy="300600"/>
              </a:xfrm>
              <a:custGeom>
                <a:avLst/>
                <a:gdLst>
                  <a:gd name="textAreaLeft" fmla="*/ 0 w 2177640"/>
                  <a:gd name="textAreaRight" fmla="*/ 2178000 w 217764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02" name="Google Shape;420;p11"/>
              <p:cNvSpPr/>
              <p:nvPr/>
            </p:nvSpPr>
            <p:spPr>
              <a:xfrm>
                <a:off x="14752800" y="6604560"/>
                <a:ext cx="217764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03" name="Google Shape;421;p11"/>
            <p:cNvGrpSpPr/>
            <p:nvPr/>
          </p:nvGrpSpPr>
          <p:grpSpPr>
            <a:xfrm>
              <a:off x="14474160" y="6028560"/>
              <a:ext cx="2456640" cy="428400"/>
              <a:chOff x="14474160" y="6028560"/>
              <a:chExt cx="2456640" cy="428400"/>
            </a:xfrm>
          </p:grpSpPr>
          <p:sp>
            <p:nvSpPr>
              <p:cNvPr id="404" name="Google Shape;422;p11"/>
              <p:cNvSpPr/>
              <p:nvPr/>
            </p:nvSpPr>
            <p:spPr>
              <a:xfrm>
                <a:off x="14474160" y="6156360"/>
                <a:ext cx="2456640" cy="300600"/>
              </a:xfrm>
              <a:custGeom>
                <a:avLst/>
                <a:gdLst>
                  <a:gd name="textAreaLeft" fmla="*/ 0 w 2456640"/>
                  <a:gd name="textAreaRight" fmla="*/ 2457000 w 245664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5" name="Google Shape;423;p11"/>
              <p:cNvSpPr/>
              <p:nvPr/>
            </p:nvSpPr>
            <p:spPr>
              <a:xfrm>
                <a:off x="14474160" y="6028560"/>
                <a:ext cx="245664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06" name="Google Shape;424;p11"/>
            <p:cNvGrpSpPr/>
            <p:nvPr/>
          </p:nvGrpSpPr>
          <p:grpSpPr>
            <a:xfrm>
              <a:off x="13915440" y="4875480"/>
              <a:ext cx="1229760" cy="428400"/>
              <a:chOff x="13915440" y="4875480"/>
              <a:chExt cx="1229760" cy="428400"/>
            </a:xfrm>
          </p:grpSpPr>
          <p:sp>
            <p:nvSpPr>
              <p:cNvPr id="407" name="Google Shape;425;p11"/>
              <p:cNvSpPr/>
              <p:nvPr/>
            </p:nvSpPr>
            <p:spPr>
              <a:xfrm>
                <a:off x="13915440" y="5003280"/>
                <a:ext cx="1229760" cy="300600"/>
              </a:xfrm>
              <a:custGeom>
                <a:avLst/>
                <a:gdLst>
                  <a:gd name="textAreaLeft" fmla="*/ 0 w 1229760"/>
                  <a:gd name="textAreaRight" fmla="*/ 1230120 w 122976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08" name="Google Shape;426;p11"/>
              <p:cNvSpPr/>
              <p:nvPr/>
            </p:nvSpPr>
            <p:spPr>
              <a:xfrm>
                <a:off x="13915440" y="4875480"/>
                <a:ext cx="122976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09" name="Google Shape;427;p11"/>
            <p:cNvGrpSpPr/>
            <p:nvPr/>
          </p:nvGrpSpPr>
          <p:grpSpPr>
            <a:xfrm>
              <a:off x="15429960" y="5452200"/>
              <a:ext cx="1500840" cy="428040"/>
              <a:chOff x="15429960" y="5452200"/>
              <a:chExt cx="1500840" cy="428040"/>
            </a:xfrm>
          </p:grpSpPr>
          <p:sp>
            <p:nvSpPr>
              <p:cNvPr id="410" name="Google Shape;428;p11"/>
              <p:cNvSpPr/>
              <p:nvPr/>
            </p:nvSpPr>
            <p:spPr>
              <a:xfrm>
                <a:off x="15429960" y="5579640"/>
                <a:ext cx="1500840" cy="300600"/>
              </a:xfrm>
              <a:custGeom>
                <a:avLst/>
                <a:gdLst>
                  <a:gd name="textAreaLeft" fmla="*/ 0 w 1500840"/>
                  <a:gd name="textAreaRight" fmla="*/ 1501200 w 150084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11" name="Google Shape;429;p11"/>
              <p:cNvSpPr/>
              <p:nvPr/>
            </p:nvSpPr>
            <p:spPr>
              <a:xfrm>
                <a:off x="15429960" y="5452200"/>
                <a:ext cx="150084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12" name="Google Shape;430;p11"/>
            <p:cNvGrpSpPr/>
            <p:nvPr/>
          </p:nvGrpSpPr>
          <p:grpSpPr>
            <a:xfrm>
              <a:off x="15931800" y="4875480"/>
              <a:ext cx="999000" cy="428400"/>
              <a:chOff x="15931800" y="4875480"/>
              <a:chExt cx="999000" cy="428400"/>
            </a:xfrm>
          </p:grpSpPr>
          <p:sp>
            <p:nvSpPr>
              <p:cNvPr id="413" name="Google Shape;431;p11"/>
              <p:cNvSpPr/>
              <p:nvPr/>
            </p:nvSpPr>
            <p:spPr>
              <a:xfrm>
                <a:off x="15931800" y="5003280"/>
                <a:ext cx="999000" cy="300600"/>
              </a:xfrm>
              <a:custGeom>
                <a:avLst/>
                <a:gdLst>
                  <a:gd name="textAreaLeft" fmla="*/ 0 w 999000"/>
                  <a:gd name="textAreaRight" fmla="*/ 999360 w 99900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14" name="Google Shape;432;p11"/>
              <p:cNvSpPr/>
              <p:nvPr/>
            </p:nvSpPr>
            <p:spPr>
              <a:xfrm>
                <a:off x="15931800" y="4875480"/>
                <a:ext cx="99900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15" name="Google Shape;433;p11"/>
            <p:cNvGrpSpPr/>
            <p:nvPr/>
          </p:nvGrpSpPr>
          <p:grpSpPr>
            <a:xfrm>
              <a:off x="13367160" y="6028560"/>
              <a:ext cx="999000" cy="428400"/>
              <a:chOff x="13367160" y="6028560"/>
              <a:chExt cx="999000" cy="428400"/>
            </a:xfrm>
          </p:grpSpPr>
          <p:sp>
            <p:nvSpPr>
              <p:cNvPr id="416" name="Google Shape;434;p11"/>
              <p:cNvSpPr/>
              <p:nvPr/>
            </p:nvSpPr>
            <p:spPr>
              <a:xfrm>
                <a:off x="13367160" y="6156360"/>
                <a:ext cx="999000" cy="300600"/>
              </a:xfrm>
              <a:custGeom>
                <a:avLst/>
                <a:gdLst>
                  <a:gd name="textAreaLeft" fmla="*/ 0 w 999000"/>
                  <a:gd name="textAreaRight" fmla="*/ 999360 w 99900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7" name="Google Shape;435;p11"/>
              <p:cNvSpPr/>
              <p:nvPr/>
            </p:nvSpPr>
            <p:spPr>
              <a:xfrm>
                <a:off x="13367160" y="6028560"/>
                <a:ext cx="99900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18" name="Google Shape;436;p11"/>
            <p:cNvGrpSpPr/>
            <p:nvPr/>
          </p:nvGrpSpPr>
          <p:grpSpPr>
            <a:xfrm>
              <a:off x="13653720" y="6604560"/>
              <a:ext cx="999000" cy="428400"/>
              <a:chOff x="13653720" y="6604560"/>
              <a:chExt cx="999000" cy="428400"/>
            </a:xfrm>
          </p:grpSpPr>
          <p:sp>
            <p:nvSpPr>
              <p:cNvPr id="419" name="Google Shape;437;p11"/>
              <p:cNvSpPr/>
              <p:nvPr/>
            </p:nvSpPr>
            <p:spPr>
              <a:xfrm>
                <a:off x="13653720" y="6732360"/>
                <a:ext cx="999000" cy="300600"/>
              </a:xfrm>
              <a:custGeom>
                <a:avLst/>
                <a:gdLst>
                  <a:gd name="textAreaLeft" fmla="*/ 0 w 999000"/>
                  <a:gd name="textAreaRight" fmla="*/ 999360 w 99900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0" name="Google Shape;438;p11"/>
              <p:cNvSpPr/>
              <p:nvPr/>
            </p:nvSpPr>
            <p:spPr>
              <a:xfrm>
                <a:off x="13653720" y="6604560"/>
                <a:ext cx="99900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21" name="Google Shape;439;p11"/>
            <p:cNvGrpSpPr/>
            <p:nvPr/>
          </p:nvGrpSpPr>
          <p:grpSpPr>
            <a:xfrm>
              <a:off x="14752800" y="5452200"/>
              <a:ext cx="608760" cy="428040"/>
              <a:chOff x="14752800" y="5452200"/>
              <a:chExt cx="608760" cy="428040"/>
            </a:xfrm>
          </p:grpSpPr>
          <p:sp>
            <p:nvSpPr>
              <p:cNvPr id="422" name="Google Shape;440;p11"/>
              <p:cNvSpPr/>
              <p:nvPr/>
            </p:nvSpPr>
            <p:spPr>
              <a:xfrm>
                <a:off x="14752800" y="5579640"/>
                <a:ext cx="608760" cy="300600"/>
              </a:xfrm>
              <a:custGeom>
                <a:avLst/>
                <a:gdLst>
                  <a:gd name="textAreaLeft" fmla="*/ 0 w 608760"/>
                  <a:gd name="textAreaRight" fmla="*/ 609120 w 60876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3" name="Google Shape;441;p11"/>
              <p:cNvSpPr/>
              <p:nvPr/>
            </p:nvSpPr>
            <p:spPr>
              <a:xfrm>
                <a:off x="14752800" y="5452200"/>
                <a:ext cx="60876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24" name="Google Shape;442;p11"/>
            <p:cNvGrpSpPr/>
            <p:nvPr/>
          </p:nvGrpSpPr>
          <p:grpSpPr>
            <a:xfrm>
              <a:off x="12943800" y="6604560"/>
              <a:ext cx="608760" cy="428400"/>
              <a:chOff x="12943800" y="6604560"/>
              <a:chExt cx="608760" cy="428400"/>
            </a:xfrm>
          </p:grpSpPr>
          <p:sp>
            <p:nvSpPr>
              <p:cNvPr id="425" name="Google Shape;443;p11"/>
              <p:cNvSpPr/>
              <p:nvPr/>
            </p:nvSpPr>
            <p:spPr>
              <a:xfrm>
                <a:off x="12943800" y="6732360"/>
                <a:ext cx="608760" cy="300600"/>
              </a:xfrm>
              <a:custGeom>
                <a:avLst/>
                <a:gdLst>
                  <a:gd name="textAreaLeft" fmla="*/ 0 w 608760"/>
                  <a:gd name="textAreaRight" fmla="*/ 609120 w 60876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26" name="Google Shape;444;p11"/>
              <p:cNvSpPr/>
              <p:nvPr/>
            </p:nvSpPr>
            <p:spPr>
              <a:xfrm>
                <a:off x="12943800" y="6604560"/>
                <a:ext cx="60876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27" name="Google Shape;445;p11"/>
            <p:cNvGrpSpPr/>
            <p:nvPr/>
          </p:nvGrpSpPr>
          <p:grpSpPr>
            <a:xfrm>
              <a:off x="15233040" y="4875480"/>
              <a:ext cx="608760" cy="428400"/>
              <a:chOff x="15233040" y="4875480"/>
              <a:chExt cx="608760" cy="428400"/>
            </a:xfrm>
          </p:grpSpPr>
          <p:sp>
            <p:nvSpPr>
              <p:cNvPr id="428" name="Google Shape;446;p11"/>
              <p:cNvSpPr/>
              <p:nvPr/>
            </p:nvSpPr>
            <p:spPr>
              <a:xfrm>
                <a:off x="15233040" y="5003280"/>
                <a:ext cx="608760" cy="300600"/>
              </a:xfrm>
              <a:custGeom>
                <a:avLst/>
                <a:gdLst>
                  <a:gd name="textAreaLeft" fmla="*/ 0 w 608760"/>
                  <a:gd name="textAreaRight" fmla="*/ 609120 w 60876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9" name="Google Shape;447;p11"/>
              <p:cNvSpPr/>
              <p:nvPr/>
            </p:nvSpPr>
            <p:spPr>
              <a:xfrm>
                <a:off x="15233040" y="4875480"/>
                <a:ext cx="60876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grpSp>
        <p:nvGrpSpPr>
          <p:cNvPr id="430" name="Google Shape;448;p11"/>
          <p:cNvGrpSpPr/>
          <p:nvPr/>
        </p:nvGrpSpPr>
        <p:grpSpPr>
          <a:xfrm>
            <a:off x="1028880" y="7529760"/>
            <a:ext cx="3184200" cy="1722960"/>
            <a:chOff x="1028880" y="7529760"/>
            <a:chExt cx="3184200" cy="1722960"/>
          </a:xfrm>
        </p:grpSpPr>
        <p:grpSp>
          <p:nvGrpSpPr>
            <p:cNvPr id="431" name="Google Shape;449;p11"/>
            <p:cNvGrpSpPr/>
            <p:nvPr/>
          </p:nvGrpSpPr>
          <p:grpSpPr>
            <a:xfrm>
              <a:off x="1029240" y="7529760"/>
              <a:ext cx="1739160" cy="342000"/>
              <a:chOff x="1029240" y="7529760"/>
              <a:chExt cx="1739160" cy="342000"/>
            </a:xfrm>
          </p:grpSpPr>
          <p:sp>
            <p:nvSpPr>
              <p:cNvPr id="432" name="Google Shape;450;p11"/>
              <p:cNvSpPr/>
              <p:nvPr/>
            </p:nvSpPr>
            <p:spPr>
              <a:xfrm rot="10800000">
                <a:off x="1029240" y="7529760"/>
                <a:ext cx="1739160" cy="240120"/>
              </a:xfrm>
              <a:custGeom>
                <a:avLst/>
                <a:gdLst>
                  <a:gd name="textAreaLeft" fmla="*/ 0 w 1739160"/>
                  <a:gd name="textAreaRight" fmla="*/ 1739520 w 173916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33" name="Google Shape;451;p11"/>
              <p:cNvSpPr/>
              <p:nvPr/>
            </p:nvSpPr>
            <p:spPr>
              <a:xfrm rot="10800000">
                <a:off x="1029240" y="7529760"/>
                <a:ext cx="173916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34" name="Google Shape;452;p11"/>
            <p:cNvGrpSpPr/>
            <p:nvPr/>
          </p:nvGrpSpPr>
          <p:grpSpPr>
            <a:xfrm>
              <a:off x="1028880" y="7989840"/>
              <a:ext cx="1962000" cy="342000"/>
              <a:chOff x="1028880" y="7989840"/>
              <a:chExt cx="1962000" cy="342000"/>
            </a:xfrm>
          </p:grpSpPr>
          <p:sp>
            <p:nvSpPr>
              <p:cNvPr id="435" name="Google Shape;453;p11"/>
              <p:cNvSpPr/>
              <p:nvPr/>
            </p:nvSpPr>
            <p:spPr>
              <a:xfrm rot="10800000">
                <a:off x="1028880" y="7989840"/>
                <a:ext cx="1962000" cy="240120"/>
              </a:xfrm>
              <a:custGeom>
                <a:avLst/>
                <a:gdLst>
                  <a:gd name="textAreaLeft" fmla="*/ 0 w 1962000"/>
                  <a:gd name="textAreaRight" fmla="*/ 1962360 w 196200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6" name="Google Shape;454;p11"/>
              <p:cNvSpPr/>
              <p:nvPr/>
            </p:nvSpPr>
            <p:spPr>
              <a:xfrm rot="10800000">
                <a:off x="1028880" y="7989840"/>
                <a:ext cx="196200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37" name="Google Shape;455;p11"/>
            <p:cNvGrpSpPr/>
            <p:nvPr/>
          </p:nvGrpSpPr>
          <p:grpSpPr>
            <a:xfrm>
              <a:off x="2454840" y="8910720"/>
              <a:ext cx="982440" cy="342000"/>
              <a:chOff x="2454840" y="8910720"/>
              <a:chExt cx="982440" cy="342000"/>
            </a:xfrm>
          </p:grpSpPr>
          <p:sp>
            <p:nvSpPr>
              <p:cNvPr id="438" name="Google Shape;456;p11"/>
              <p:cNvSpPr/>
              <p:nvPr/>
            </p:nvSpPr>
            <p:spPr>
              <a:xfrm rot="10800000">
                <a:off x="2454840" y="8910720"/>
                <a:ext cx="982440" cy="240120"/>
              </a:xfrm>
              <a:custGeom>
                <a:avLst/>
                <a:gdLst>
                  <a:gd name="textAreaLeft" fmla="*/ 0 w 982440"/>
                  <a:gd name="textAreaRight" fmla="*/ 982800 w 98244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39" name="Google Shape;457;p11"/>
              <p:cNvSpPr/>
              <p:nvPr/>
            </p:nvSpPr>
            <p:spPr>
              <a:xfrm rot="10800000">
                <a:off x="2454840" y="8910720"/>
                <a:ext cx="98244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40" name="Google Shape;458;p11"/>
            <p:cNvGrpSpPr/>
            <p:nvPr/>
          </p:nvGrpSpPr>
          <p:grpSpPr>
            <a:xfrm>
              <a:off x="1029240" y="8450280"/>
              <a:ext cx="1198440" cy="342000"/>
              <a:chOff x="1029240" y="8450280"/>
              <a:chExt cx="1198440" cy="342000"/>
            </a:xfrm>
          </p:grpSpPr>
          <p:sp>
            <p:nvSpPr>
              <p:cNvPr id="441" name="Google Shape;459;p11"/>
              <p:cNvSpPr/>
              <p:nvPr/>
            </p:nvSpPr>
            <p:spPr>
              <a:xfrm rot="10800000">
                <a:off x="1029240" y="8450280"/>
                <a:ext cx="1198440" cy="240120"/>
              </a:xfrm>
              <a:custGeom>
                <a:avLst/>
                <a:gdLst>
                  <a:gd name="textAreaLeft" fmla="*/ 0 w 1198440"/>
                  <a:gd name="textAreaRight" fmla="*/ 1198800 w 119844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42" name="Google Shape;460;p11"/>
              <p:cNvSpPr/>
              <p:nvPr/>
            </p:nvSpPr>
            <p:spPr>
              <a:xfrm rot="10800000">
                <a:off x="1029240" y="8450280"/>
                <a:ext cx="119844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43" name="Google Shape;461;p11"/>
            <p:cNvGrpSpPr/>
            <p:nvPr/>
          </p:nvGrpSpPr>
          <p:grpSpPr>
            <a:xfrm>
              <a:off x="1029240" y="8910720"/>
              <a:ext cx="797760" cy="342000"/>
              <a:chOff x="1029240" y="8910720"/>
              <a:chExt cx="797760" cy="342000"/>
            </a:xfrm>
          </p:grpSpPr>
          <p:sp>
            <p:nvSpPr>
              <p:cNvPr id="444" name="Google Shape;462;p11"/>
              <p:cNvSpPr/>
              <p:nvPr/>
            </p:nvSpPr>
            <p:spPr>
              <a:xfrm rot="10800000">
                <a:off x="1029240" y="8910720"/>
                <a:ext cx="797760" cy="240120"/>
              </a:xfrm>
              <a:custGeom>
                <a:avLst/>
                <a:gdLst>
                  <a:gd name="textAreaLeft" fmla="*/ 0 w 797760"/>
                  <a:gd name="textAreaRight" fmla="*/ 798120 w 79776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45" name="Google Shape;463;p11"/>
              <p:cNvSpPr/>
              <p:nvPr/>
            </p:nvSpPr>
            <p:spPr>
              <a:xfrm rot="10800000">
                <a:off x="1029240" y="8910720"/>
                <a:ext cx="79776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46" name="Google Shape;464;p11"/>
            <p:cNvGrpSpPr/>
            <p:nvPr/>
          </p:nvGrpSpPr>
          <p:grpSpPr>
            <a:xfrm>
              <a:off x="3077640" y="7989840"/>
              <a:ext cx="797760" cy="342000"/>
              <a:chOff x="3077640" y="7989840"/>
              <a:chExt cx="797760" cy="342000"/>
            </a:xfrm>
          </p:grpSpPr>
          <p:sp>
            <p:nvSpPr>
              <p:cNvPr id="447" name="Google Shape;465;p11"/>
              <p:cNvSpPr/>
              <p:nvPr/>
            </p:nvSpPr>
            <p:spPr>
              <a:xfrm rot="10800000">
                <a:off x="3077640" y="7989840"/>
                <a:ext cx="797760" cy="240120"/>
              </a:xfrm>
              <a:custGeom>
                <a:avLst/>
                <a:gdLst>
                  <a:gd name="textAreaLeft" fmla="*/ 0 w 797760"/>
                  <a:gd name="textAreaRight" fmla="*/ 798120 w 79776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48" name="Google Shape;466;p11"/>
              <p:cNvSpPr/>
              <p:nvPr/>
            </p:nvSpPr>
            <p:spPr>
              <a:xfrm rot="10800000">
                <a:off x="3077640" y="7989840"/>
                <a:ext cx="79776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49" name="Google Shape;467;p11"/>
            <p:cNvGrpSpPr/>
            <p:nvPr/>
          </p:nvGrpSpPr>
          <p:grpSpPr>
            <a:xfrm>
              <a:off x="2848680" y="7529760"/>
              <a:ext cx="797760" cy="342000"/>
              <a:chOff x="2848680" y="7529760"/>
              <a:chExt cx="797760" cy="342000"/>
            </a:xfrm>
          </p:grpSpPr>
          <p:sp>
            <p:nvSpPr>
              <p:cNvPr id="450" name="Google Shape;468;p11"/>
              <p:cNvSpPr/>
              <p:nvPr/>
            </p:nvSpPr>
            <p:spPr>
              <a:xfrm rot="10800000">
                <a:off x="2848680" y="7529760"/>
                <a:ext cx="797760" cy="240120"/>
              </a:xfrm>
              <a:custGeom>
                <a:avLst/>
                <a:gdLst>
                  <a:gd name="textAreaLeft" fmla="*/ 0 w 797760"/>
                  <a:gd name="textAreaRight" fmla="*/ 798120 w 79776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1" name="Google Shape;469;p11"/>
              <p:cNvSpPr/>
              <p:nvPr/>
            </p:nvSpPr>
            <p:spPr>
              <a:xfrm rot="10800000">
                <a:off x="2848680" y="7529760"/>
                <a:ext cx="79776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52" name="Google Shape;470;p11"/>
            <p:cNvGrpSpPr/>
            <p:nvPr/>
          </p:nvGrpSpPr>
          <p:grpSpPr>
            <a:xfrm>
              <a:off x="2282400" y="8450280"/>
              <a:ext cx="486000" cy="342000"/>
              <a:chOff x="2282400" y="8450280"/>
              <a:chExt cx="486000" cy="342000"/>
            </a:xfrm>
          </p:grpSpPr>
          <p:sp>
            <p:nvSpPr>
              <p:cNvPr id="453" name="Google Shape;471;p11"/>
              <p:cNvSpPr/>
              <p:nvPr/>
            </p:nvSpPr>
            <p:spPr>
              <a:xfrm rot="10800000">
                <a:off x="2282400" y="8450280"/>
                <a:ext cx="486000" cy="240120"/>
              </a:xfrm>
              <a:custGeom>
                <a:avLst/>
                <a:gdLst>
                  <a:gd name="textAreaLeft" fmla="*/ 0 w 486000"/>
                  <a:gd name="textAreaRight" fmla="*/ 486360 w 48600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4" name="Google Shape;472;p11"/>
              <p:cNvSpPr/>
              <p:nvPr/>
            </p:nvSpPr>
            <p:spPr>
              <a:xfrm rot="10800000">
                <a:off x="2282400" y="8450280"/>
                <a:ext cx="48600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55" name="Google Shape;473;p11"/>
            <p:cNvGrpSpPr/>
            <p:nvPr/>
          </p:nvGrpSpPr>
          <p:grpSpPr>
            <a:xfrm>
              <a:off x="3727080" y="7529760"/>
              <a:ext cx="486000" cy="342000"/>
              <a:chOff x="3727080" y="7529760"/>
              <a:chExt cx="486000" cy="342000"/>
            </a:xfrm>
          </p:grpSpPr>
          <p:sp>
            <p:nvSpPr>
              <p:cNvPr id="456" name="Google Shape;474;p11"/>
              <p:cNvSpPr/>
              <p:nvPr/>
            </p:nvSpPr>
            <p:spPr>
              <a:xfrm rot="10800000">
                <a:off x="3727080" y="7529760"/>
                <a:ext cx="486000" cy="240120"/>
              </a:xfrm>
              <a:custGeom>
                <a:avLst/>
                <a:gdLst>
                  <a:gd name="textAreaLeft" fmla="*/ 0 w 486000"/>
                  <a:gd name="textAreaRight" fmla="*/ 486360 w 48600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57" name="Google Shape;475;p11"/>
              <p:cNvSpPr/>
              <p:nvPr/>
            </p:nvSpPr>
            <p:spPr>
              <a:xfrm rot="10800000">
                <a:off x="3727080" y="7529760"/>
                <a:ext cx="48600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58" name="Google Shape;476;p11"/>
            <p:cNvGrpSpPr/>
            <p:nvPr/>
          </p:nvGrpSpPr>
          <p:grpSpPr>
            <a:xfrm>
              <a:off x="1899000" y="8910720"/>
              <a:ext cx="486000" cy="342000"/>
              <a:chOff x="1899000" y="8910720"/>
              <a:chExt cx="486000" cy="342000"/>
            </a:xfrm>
          </p:grpSpPr>
          <p:sp>
            <p:nvSpPr>
              <p:cNvPr id="459" name="Google Shape;477;p11"/>
              <p:cNvSpPr/>
              <p:nvPr/>
            </p:nvSpPr>
            <p:spPr>
              <a:xfrm rot="10800000">
                <a:off x="1899000" y="8910720"/>
                <a:ext cx="486000" cy="240120"/>
              </a:xfrm>
              <a:custGeom>
                <a:avLst/>
                <a:gdLst>
                  <a:gd name="textAreaLeft" fmla="*/ 0 w 486000"/>
                  <a:gd name="textAreaRight" fmla="*/ 486360 w 48600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0" name="Google Shape;478;p11"/>
              <p:cNvSpPr/>
              <p:nvPr/>
            </p:nvSpPr>
            <p:spPr>
              <a:xfrm rot="10800000">
                <a:off x="1899000" y="8910720"/>
                <a:ext cx="48600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461" name="Google Shape;479;p11"/>
          <p:cNvSpPr/>
          <p:nvPr/>
        </p:nvSpPr>
        <p:spPr>
          <a:xfrm>
            <a:off x="1028880" y="1404000"/>
            <a:ext cx="16879680" cy="35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Ein Pong Game</a:t>
            </a:r>
            <a:endParaRPr b="0" lang="en-US" sz="992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{in </a:t>
            </a:r>
            <a:r>
              <a:rPr b="0" lang="en-US" sz="9920" strike="noStrike" u="none">
                <a:solidFill>
                  <a:srgbClr val="729fcf"/>
                </a:solidFill>
                <a:uFillTx/>
                <a:latin typeface="Courier New"/>
                <a:ea typeface="Courier New"/>
              </a:rPr>
              <a:t>ZFB (C)</a:t>
            </a: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} </a:t>
            </a:r>
            <a:endParaRPr b="0" lang="en-US" sz="99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84;p12"/>
          <p:cNvGrpSpPr/>
          <p:nvPr/>
        </p:nvGrpSpPr>
        <p:grpSpPr>
          <a:xfrm>
            <a:off x="457200" y="325800"/>
            <a:ext cx="17344440" cy="9585360"/>
            <a:chOff x="457200" y="325800"/>
            <a:chExt cx="17344440" cy="9585360"/>
          </a:xfrm>
        </p:grpSpPr>
        <p:grpSp>
          <p:nvGrpSpPr>
            <p:cNvPr id="463" name="Google Shape;485;p12"/>
            <p:cNvGrpSpPr/>
            <p:nvPr/>
          </p:nvGrpSpPr>
          <p:grpSpPr>
            <a:xfrm>
              <a:off x="457200" y="457200"/>
              <a:ext cx="17330400" cy="9453960"/>
              <a:chOff x="457200" y="457200"/>
              <a:chExt cx="17330400" cy="9453960"/>
            </a:xfrm>
          </p:grpSpPr>
          <p:sp>
            <p:nvSpPr>
              <p:cNvPr id="464" name="Google Shape;486;p12"/>
              <p:cNvSpPr/>
              <p:nvPr/>
            </p:nvSpPr>
            <p:spPr>
              <a:xfrm>
                <a:off x="457200" y="63792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65" name="Google Shape;487;p12"/>
              <p:cNvSpPr/>
              <p:nvPr/>
            </p:nvSpPr>
            <p:spPr>
              <a:xfrm>
                <a:off x="486000" y="4572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66" name="Google Shape;488;p12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467" name="Google Shape;489;p12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68" name="Google Shape;490;p12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469" name="Google Shape;491;p12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470" name="Google Shape;492;p12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471" name="Google Shape;493;p12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72" name="Google Shape;494;p12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73" name="Google Shape;495;p12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474" name="Google Shape;496;p12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5" name="Google Shape;497;p12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76" name="Google Shape;498;p12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477" name="Google Shape;499;p12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8" name="Google Shape;500;p12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479" name="Google Shape;507;p12"/>
          <p:cNvSpPr/>
          <p:nvPr/>
        </p:nvSpPr>
        <p:spPr>
          <a:xfrm>
            <a:off x="1028880" y="1199520"/>
            <a:ext cx="1415124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Inhaltsverzeichnis</a:t>
            </a:r>
            <a:endParaRPr b="0" lang="en-US" sz="99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480" name="Google Shape;529;p12"/>
          <p:cNvGrpSpPr/>
          <p:nvPr/>
        </p:nvGrpSpPr>
        <p:grpSpPr>
          <a:xfrm>
            <a:off x="14814000" y="1449360"/>
            <a:ext cx="2670840" cy="1445040"/>
            <a:chOff x="14814000" y="1449360"/>
            <a:chExt cx="2670840" cy="1445040"/>
          </a:xfrm>
        </p:grpSpPr>
        <p:grpSp>
          <p:nvGrpSpPr>
            <p:cNvPr id="481" name="Google Shape;530;p12"/>
            <p:cNvGrpSpPr/>
            <p:nvPr/>
          </p:nvGrpSpPr>
          <p:grpSpPr>
            <a:xfrm>
              <a:off x="16026120" y="2607840"/>
              <a:ext cx="1458720" cy="286560"/>
              <a:chOff x="16026120" y="2607840"/>
              <a:chExt cx="1458720" cy="286560"/>
            </a:xfrm>
          </p:grpSpPr>
          <p:sp>
            <p:nvSpPr>
              <p:cNvPr id="482" name="Google Shape;531;p12"/>
              <p:cNvSpPr/>
              <p:nvPr/>
            </p:nvSpPr>
            <p:spPr>
              <a:xfrm>
                <a:off x="16026120" y="2693160"/>
                <a:ext cx="1458720" cy="201240"/>
              </a:xfrm>
              <a:custGeom>
                <a:avLst/>
                <a:gdLst>
                  <a:gd name="textAreaLeft" fmla="*/ 0 w 1458720"/>
                  <a:gd name="textAreaRight" fmla="*/ 1459080 w 14587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83" name="Google Shape;532;p12"/>
              <p:cNvSpPr/>
              <p:nvPr/>
            </p:nvSpPr>
            <p:spPr>
              <a:xfrm>
                <a:off x="16026120" y="2607840"/>
                <a:ext cx="14587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84" name="Google Shape;533;p12"/>
            <p:cNvGrpSpPr/>
            <p:nvPr/>
          </p:nvGrpSpPr>
          <p:grpSpPr>
            <a:xfrm>
              <a:off x="15839280" y="2221920"/>
              <a:ext cx="1645560" cy="286560"/>
              <a:chOff x="15839280" y="2221920"/>
              <a:chExt cx="1645560" cy="286560"/>
            </a:xfrm>
          </p:grpSpPr>
          <p:sp>
            <p:nvSpPr>
              <p:cNvPr id="485" name="Google Shape;534;p12"/>
              <p:cNvSpPr/>
              <p:nvPr/>
            </p:nvSpPr>
            <p:spPr>
              <a:xfrm>
                <a:off x="15839280" y="2307240"/>
                <a:ext cx="1645560" cy="201240"/>
              </a:xfrm>
              <a:custGeom>
                <a:avLst/>
                <a:gdLst>
                  <a:gd name="textAreaLeft" fmla="*/ 0 w 1645560"/>
                  <a:gd name="textAreaRight" fmla="*/ 1645920 w 164556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86" name="Google Shape;535;p12"/>
              <p:cNvSpPr/>
              <p:nvPr/>
            </p:nvSpPr>
            <p:spPr>
              <a:xfrm>
                <a:off x="15839280" y="2221920"/>
                <a:ext cx="164556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87" name="Google Shape;536;p12"/>
            <p:cNvGrpSpPr/>
            <p:nvPr/>
          </p:nvGrpSpPr>
          <p:grpSpPr>
            <a:xfrm>
              <a:off x="15464880" y="1449360"/>
              <a:ext cx="823680" cy="286920"/>
              <a:chOff x="15464880" y="1449360"/>
              <a:chExt cx="823680" cy="286920"/>
            </a:xfrm>
          </p:grpSpPr>
          <p:sp>
            <p:nvSpPr>
              <p:cNvPr id="488" name="Google Shape;537;p12"/>
              <p:cNvSpPr/>
              <p:nvPr/>
            </p:nvSpPr>
            <p:spPr>
              <a:xfrm>
                <a:off x="15464880" y="1535040"/>
                <a:ext cx="823680" cy="201240"/>
              </a:xfrm>
              <a:custGeom>
                <a:avLst/>
                <a:gdLst>
                  <a:gd name="textAreaLeft" fmla="*/ 0 w 823680"/>
                  <a:gd name="textAreaRight" fmla="*/ 824040 w 8236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89" name="Google Shape;538;p12"/>
              <p:cNvSpPr/>
              <p:nvPr/>
            </p:nvSpPr>
            <p:spPr>
              <a:xfrm>
                <a:off x="15464880" y="1449360"/>
                <a:ext cx="8236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90" name="Google Shape;539;p12"/>
            <p:cNvGrpSpPr/>
            <p:nvPr/>
          </p:nvGrpSpPr>
          <p:grpSpPr>
            <a:xfrm>
              <a:off x="16479360" y="1835640"/>
              <a:ext cx="1005120" cy="286560"/>
              <a:chOff x="16479360" y="1835640"/>
              <a:chExt cx="1005120" cy="286560"/>
            </a:xfrm>
          </p:grpSpPr>
          <p:sp>
            <p:nvSpPr>
              <p:cNvPr id="491" name="Google Shape;540;p12"/>
              <p:cNvSpPr/>
              <p:nvPr/>
            </p:nvSpPr>
            <p:spPr>
              <a:xfrm>
                <a:off x="16479360" y="1920960"/>
                <a:ext cx="1005120" cy="201240"/>
              </a:xfrm>
              <a:custGeom>
                <a:avLst/>
                <a:gdLst>
                  <a:gd name="textAreaLeft" fmla="*/ 0 w 1005120"/>
                  <a:gd name="textAreaRight" fmla="*/ 1005480 w 10051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92" name="Google Shape;541;p12"/>
              <p:cNvSpPr/>
              <p:nvPr/>
            </p:nvSpPr>
            <p:spPr>
              <a:xfrm>
                <a:off x="16479360" y="1835640"/>
                <a:ext cx="10051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93" name="Google Shape;542;p12"/>
            <p:cNvGrpSpPr/>
            <p:nvPr/>
          </p:nvGrpSpPr>
          <p:grpSpPr>
            <a:xfrm>
              <a:off x="16815600" y="1449360"/>
              <a:ext cx="668880" cy="286920"/>
              <a:chOff x="16815600" y="1449360"/>
              <a:chExt cx="668880" cy="286920"/>
            </a:xfrm>
          </p:grpSpPr>
          <p:sp>
            <p:nvSpPr>
              <p:cNvPr id="494" name="Google Shape;543;p12"/>
              <p:cNvSpPr/>
              <p:nvPr/>
            </p:nvSpPr>
            <p:spPr>
              <a:xfrm>
                <a:off x="16815600" y="153504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495" name="Google Shape;544;p12"/>
              <p:cNvSpPr/>
              <p:nvPr/>
            </p:nvSpPr>
            <p:spPr>
              <a:xfrm>
                <a:off x="16815600" y="144936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96" name="Google Shape;545;p12"/>
            <p:cNvGrpSpPr/>
            <p:nvPr/>
          </p:nvGrpSpPr>
          <p:grpSpPr>
            <a:xfrm>
              <a:off x="15097680" y="2221920"/>
              <a:ext cx="668880" cy="286560"/>
              <a:chOff x="15097680" y="2221920"/>
              <a:chExt cx="668880" cy="286560"/>
            </a:xfrm>
          </p:grpSpPr>
          <p:sp>
            <p:nvSpPr>
              <p:cNvPr id="497" name="Google Shape;546;p12"/>
              <p:cNvSpPr/>
              <p:nvPr/>
            </p:nvSpPr>
            <p:spPr>
              <a:xfrm>
                <a:off x="15097680" y="230724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8" name="Google Shape;547;p12"/>
              <p:cNvSpPr/>
              <p:nvPr/>
            </p:nvSpPr>
            <p:spPr>
              <a:xfrm>
                <a:off x="15097680" y="222192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99" name="Google Shape;548;p12"/>
            <p:cNvGrpSpPr/>
            <p:nvPr/>
          </p:nvGrpSpPr>
          <p:grpSpPr>
            <a:xfrm>
              <a:off x="15289560" y="2607840"/>
              <a:ext cx="668880" cy="286560"/>
              <a:chOff x="15289560" y="2607840"/>
              <a:chExt cx="668880" cy="286560"/>
            </a:xfrm>
          </p:grpSpPr>
          <p:sp>
            <p:nvSpPr>
              <p:cNvPr id="500" name="Google Shape;549;p12"/>
              <p:cNvSpPr/>
              <p:nvPr/>
            </p:nvSpPr>
            <p:spPr>
              <a:xfrm>
                <a:off x="15289560" y="269316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1" name="Google Shape;550;p12"/>
              <p:cNvSpPr/>
              <p:nvPr/>
            </p:nvSpPr>
            <p:spPr>
              <a:xfrm>
                <a:off x="15289560" y="260784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02" name="Google Shape;551;p12"/>
            <p:cNvGrpSpPr/>
            <p:nvPr/>
          </p:nvGrpSpPr>
          <p:grpSpPr>
            <a:xfrm>
              <a:off x="16026120" y="1835640"/>
              <a:ext cx="407520" cy="286560"/>
              <a:chOff x="16026120" y="1835640"/>
              <a:chExt cx="407520" cy="286560"/>
            </a:xfrm>
          </p:grpSpPr>
          <p:sp>
            <p:nvSpPr>
              <p:cNvPr id="503" name="Google Shape;552;p12"/>
              <p:cNvSpPr/>
              <p:nvPr/>
            </p:nvSpPr>
            <p:spPr>
              <a:xfrm>
                <a:off x="16026120" y="192096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4" name="Google Shape;553;p12"/>
              <p:cNvSpPr/>
              <p:nvPr/>
            </p:nvSpPr>
            <p:spPr>
              <a:xfrm>
                <a:off x="16026120" y="1835640"/>
                <a:ext cx="4075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05" name="Google Shape;554;p12"/>
            <p:cNvGrpSpPr/>
            <p:nvPr/>
          </p:nvGrpSpPr>
          <p:grpSpPr>
            <a:xfrm>
              <a:off x="14814000" y="2607840"/>
              <a:ext cx="407520" cy="286560"/>
              <a:chOff x="14814000" y="2607840"/>
              <a:chExt cx="407520" cy="286560"/>
            </a:xfrm>
          </p:grpSpPr>
          <p:sp>
            <p:nvSpPr>
              <p:cNvPr id="506" name="Google Shape;555;p12"/>
              <p:cNvSpPr/>
              <p:nvPr/>
            </p:nvSpPr>
            <p:spPr>
              <a:xfrm>
                <a:off x="14814000" y="269316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07" name="Google Shape;556;p12"/>
              <p:cNvSpPr/>
              <p:nvPr/>
            </p:nvSpPr>
            <p:spPr>
              <a:xfrm>
                <a:off x="14814000" y="2607840"/>
                <a:ext cx="4075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08" name="Google Shape;557;p12"/>
            <p:cNvGrpSpPr/>
            <p:nvPr/>
          </p:nvGrpSpPr>
          <p:grpSpPr>
            <a:xfrm>
              <a:off x="16347600" y="1449360"/>
              <a:ext cx="407520" cy="286920"/>
              <a:chOff x="16347600" y="1449360"/>
              <a:chExt cx="407520" cy="286920"/>
            </a:xfrm>
          </p:grpSpPr>
          <p:sp>
            <p:nvSpPr>
              <p:cNvPr id="509" name="Google Shape;558;p12"/>
              <p:cNvSpPr/>
              <p:nvPr/>
            </p:nvSpPr>
            <p:spPr>
              <a:xfrm>
                <a:off x="16347600" y="153504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0" name="Google Shape;559;p12"/>
              <p:cNvSpPr/>
              <p:nvPr/>
            </p:nvSpPr>
            <p:spPr>
              <a:xfrm>
                <a:off x="16347600" y="1449360"/>
                <a:ext cx="4075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grpSp>
        <p:nvGrpSpPr>
          <p:cNvPr id="511" name=""/>
          <p:cNvGrpSpPr/>
          <p:nvPr/>
        </p:nvGrpSpPr>
        <p:grpSpPr>
          <a:xfrm>
            <a:off x="1600200" y="3290040"/>
            <a:ext cx="2057400" cy="1864800"/>
            <a:chOff x="1600200" y="3290040"/>
            <a:chExt cx="2057400" cy="1864800"/>
          </a:xfrm>
        </p:grpSpPr>
        <p:sp>
          <p:nvSpPr>
            <p:cNvPr id="512" name="Google Shape;503;p12"/>
            <p:cNvSpPr/>
            <p:nvPr/>
          </p:nvSpPr>
          <p:spPr>
            <a:xfrm>
              <a:off x="1600200" y="4574160"/>
              <a:ext cx="205740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320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Benefits</a:t>
              </a:r>
              <a:endParaRPr b="0" lang="en-US" sz="32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grpSp>
          <p:nvGrpSpPr>
            <p:cNvPr id="513" name=""/>
            <p:cNvGrpSpPr/>
            <p:nvPr/>
          </p:nvGrpSpPr>
          <p:grpSpPr>
            <a:xfrm>
              <a:off x="1729080" y="3290040"/>
              <a:ext cx="1799640" cy="1301400"/>
              <a:chOff x="1729080" y="3290040"/>
              <a:chExt cx="1799640" cy="1301400"/>
            </a:xfrm>
          </p:grpSpPr>
          <p:grpSp>
            <p:nvGrpSpPr>
              <p:cNvPr id="514" name="Google Shape;511;p12"/>
              <p:cNvGrpSpPr/>
              <p:nvPr/>
            </p:nvGrpSpPr>
            <p:grpSpPr>
              <a:xfrm>
                <a:off x="1729080" y="3290040"/>
                <a:ext cx="1746000" cy="1102680"/>
                <a:chOff x="1729080" y="3290040"/>
                <a:chExt cx="1746000" cy="1102680"/>
              </a:xfrm>
            </p:grpSpPr>
            <p:sp>
              <p:nvSpPr>
                <p:cNvPr id="515" name="Google Shape;512;p12"/>
                <p:cNvSpPr/>
                <p:nvPr/>
              </p:nvSpPr>
              <p:spPr>
                <a:xfrm>
                  <a:off x="1729080" y="3400920"/>
                  <a:ext cx="1746000" cy="99180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1800"/>
                    <a:gd name="textAreaBottom" fmla="*/ 992160 h 99180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47029" y="0"/>
                      </a:moveTo>
                      <a:lnTo>
                        <a:pt x="704016" y="0"/>
                      </a:lnTo>
                      <a:cubicBezTo>
                        <a:pt x="729989" y="0"/>
                        <a:pt x="751045" y="21056"/>
                        <a:pt x="751045" y="47029"/>
                      </a:cubicBezTo>
                      <a:lnTo>
                        <a:pt x="751045" y="379711"/>
                      </a:lnTo>
                      <a:cubicBezTo>
                        <a:pt x="751045" y="405685"/>
                        <a:pt x="729989" y="426740"/>
                        <a:pt x="704016" y="426740"/>
                      </a:cubicBezTo>
                      <a:lnTo>
                        <a:pt x="47029" y="426740"/>
                      </a:lnTo>
                      <a:cubicBezTo>
                        <a:pt x="21056" y="426740"/>
                        <a:pt x="0" y="405685"/>
                        <a:pt x="0" y="379711"/>
                      </a:cubicBezTo>
                      <a:lnTo>
                        <a:pt x="0" y="47029"/>
                      </a:lnTo>
                      <a:cubicBezTo>
                        <a:pt x="0" y="21056"/>
                        <a:pt x="21056" y="0"/>
                        <a:pt x="47029" y="0"/>
                      </a:cubicBezTo>
                      <a:close/>
                    </a:path>
                  </a:pathLst>
                </a:custGeom>
                <a:solidFill>
                  <a:srgbClr val="ff65c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000000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16" name="Google Shape;513;p12"/>
                <p:cNvSpPr/>
                <p:nvPr/>
              </p:nvSpPr>
              <p:spPr>
                <a:xfrm>
                  <a:off x="1729080" y="3290040"/>
                  <a:ext cx="1746000" cy="110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17" name="Google Shape;517;p12"/>
              <p:cNvGrpSpPr/>
              <p:nvPr/>
            </p:nvGrpSpPr>
            <p:grpSpPr>
              <a:xfrm>
                <a:off x="1782720" y="3452040"/>
                <a:ext cx="1746000" cy="1103040"/>
                <a:chOff x="1782720" y="3452040"/>
                <a:chExt cx="1746000" cy="1103040"/>
              </a:xfrm>
            </p:grpSpPr>
            <p:sp>
              <p:nvSpPr>
                <p:cNvPr id="518" name="Google Shape;518;p12"/>
                <p:cNvSpPr/>
                <p:nvPr/>
              </p:nvSpPr>
              <p:spPr>
                <a:xfrm>
                  <a:off x="1782720" y="3562920"/>
                  <a:ext cx="1746000" cy="99216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2160"/>
                    <a:gd name="textAreaBottom" fmla="*/ 992520 h 99216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52908" y="0"/>
                      </a:moveTo>
                      <a:lnTo>
                        <a:pt x="698137" y="0"/>
                      </a:lnTo>
                      <a:cubicBezTo>
                        <a:pt x="727357" y="0"/>
                        <a:pt x="751045" y="23688"/>
                        <a:pt x="751045" y="52908"/>
                      </a:cubicBezTo>
                      <a:lnTo>
                        <a:pt x="751045" y="373833"/>
                      </a:lnTo>
                      <a:cubicBezTo>
                        <a:pt x="751045" y="403053"/>
                        <a:pt x="727357" y="426740"/>
                        <a:pt x="698137" y="426740"/>
                      </a:cubicBezTo>
                      <a:lnTo>
                        <a:pt x="52908" y="426740"/>
                      </a:lnTo>
                      <a:cubicBezTo>
                        <a:pt x="23688" y="426740"/>
                        <a:pt x="0" y="403053"/>
                        <a:pt x="0" y="373833"/>
                      </a:cubicBezTo>
                      <a:lnTo>
                        <a:pt x="0" y="52908"/>
                      </a:lnTo>
                      <a:cubicBezTo>
                        <a:pt x="0" y="23688"/>
                        <a:pt x="23688" y="0"/>
                        <a:pt x="5290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cap="sq" w="2844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19" name="Google Shape;519;p12"/>
                <p:cNvSpPr/>
                <p:nvPr/>
              </p:nvSpPr>
              <p:spPr>
                <a:xfrm>
                  <a:off x="1782720" y="3452040"/>
                  <a:ext cx="1746000" cy="1103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sp>
            <p:nvSpPr>
              <p:cNvPr id="520" name="Google Shape;521;p12"/>
              <p:cNvSpPr/>
              <p:nvPr/>
            </p:nvSpPr>
            <p:spPr>
              <a:xfrm>
                <a:off x="2081160" y="3503160"/>
                <a:ext cx="1148760" cy="108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>
                  <a:lnSpc>
                    <a:spcPct val="119000"/>
                  </a:lnSpc>
                  <a:tabLst>
                    <a:tab algn="l" pos="0"/>
                  </a:tabLst>
                </a:pPr>
                <a:r>
                  <a:rPr b="0" lang="en-US" sz="6000" strike="noStrike" u="none">
                    <a:solidFill>
                      <a:srgbClr val="ffffff"/>
                    </a:solidFill>
                    <a:uFillTx/>
                    <a:latin typeface="Courier New"/>
                    <a:ea typeface="Courier New"/>
                  </a:rPr>
                  <a:t>01</a:t>
                </a:r>
                <a:endParaRPr b="0" lang="en-US" sz="60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grpSp>
        <p:nvGrpSpPr>
          <p:cNvPr id="521" name=""/>
          <p:cNvGrpSpPr/>
          <p:nvPr/>
        </p:nvGrpSpPr>
        <p:grpSpPr>
          <a:xfrm>
            <a:off x="4343400" y="3290040"/>
            <a:ext cx="3200400" cy="1864800"/>
            <a:chOff x="4343400" y="3290040"/>
            <a:chExt cx="3200400" cy="1864800"/>
          </a:xfrm>
        </p:grpSpPr>
        <p:grpSp>
          <p:nvGrpSpPr>
            <p:cNvPr id="522" name=""/>
            <p:cNvGrpSpPr/>
            <p:nvPr/>
          </p:nvGrpSpPr>
          <p:grpSpPr>
            <a:xfrm>
              <a:off x="5043960" y="3290040"/>
              <a:ext cx="1799640" cy="1301400"/>
              <a:chOff x="5043960" y="3290040"/>
              <a:chExt cx="1799640" cy="1301400"/>
            </a:xfrm>
          </p:grpSpPr>
          <p:grpSp>
            <p:nvGrpSpPr>
              <p:cNvPr id="523" name="Google Shape;511;p12"/>
              <p:cNvGrpSpPr/>
              <p:nvPr/>
            </p:nvGrpSpPr>
            <p:grpSpPr>
              <a:xfrm>
                <a:off x="5043960" y="3290040"/>
                <a:ext cx="1746000" cy="1102680"/>
                <a:chOff x="5043960" y="3290040"/>
                <a:chExt cx="1746000" cy="1102680"/>
              </a:xfrm>
            </p:grpSpPr>
            <p:sp>
              <p:nvSpPr>
                <p:cNvPr id="524" name="Google Shape;512;p12"/>
                <p:cNvSpPr/>
                <p:nvPr/>
              </p:nvSpPr>
              <p:spPr>
                <a:xfrm>
                  <a:off x="5043960" y="3400920"/>
                  <a:ext cx="1746000" cy="99180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1800"/>
                    <a:gd name="textAreaBottom" fmla="*/ 992160 h 99180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47029" y="0"/>
                      </a:moveTo>
                      <a:lnTo>
                        <a:pt x="704016" y="0"/>
                      </a:lnTo>
                      <a:cubicBezTo>
                        <a:pt x="729989" y="0"/>
                        <a:pt x="751045" y="21056"/>
                        <a:pt x="751045" y="47029"/>
                      </a:cubicBezTo>
                      <a:lnTo>
                        <a:pt x="751045" y="379711"/>
                      </a:lnTo>
                      <a:cubicBezTo>
                        <a:pt x="751045" y="405685"/>
                        <a:pt x="729989" y="426740"/>
                        <a:pt x="704016" y="426740"/>
                      </a:cubicBezTo>
                      <a:lnTo>
                        <a:pt x="47029" y="426740"/>
                      </a:lnTo>
                      <a:cubicBezTo>
                        <a:pt x="21056" y="426740"/>
                        <a:pt x="0" y="405685"/>
                        <a:pt x="0" y="379711"/>
                      </a:cubicBezTo>
                      <a:lnTo>
                        <a:pt x="0" y="47029"/>
                      </a:lnTo>
                      <a:cubicBezTo>
                        <a:pt x="0" y="21056"/>
                        <a:pt x="21056" y="0"/>
                        <a:pt x="47029" y="0"/>
                      </a:cubicBezTo>
                      <a:close/>
                    </a:path>
                  </a:pathLst>
                </a:custGeom>
                <a:solidFill>
                  <a:srgbClr val="8c51f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25" name="Google Shape;513;p12"/>
                <p:cNvSpPr/>
                <p:nvPr/>
              </p:nvSpPr>
              <p:spPr>
                <a:xfrm>
                  <a:off x="5043960" y="3290040"/>
                  <a:ext cx="1746000" cy="110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26" name="Google Shape;517;p12"/>
              <p:cNvGrpSpPr/>
              <p:nvPr/>
            </p:nvGrpSpPr>
            <p:grpSpPr>
              <a:xfrm>
                <a:off x="5097600" y="3452040"/>
                <a:ext cx="1746000" cy="1103040"/>
                <a:chOff x="5097600" y="3452040"/>
                <a:chExt cx="1746000" cy="1103040"/>
              </a:xfrm>
            </p:grpSpPr>
            <p:sp>
              <p:nvSpPr>
                <p:cNvPr id="527" name="Google Shape;518;p12"/>
                <p:cNvSpPr/>
                <p:nvPr/>
              </p:nvSpPr>
              <p:spPr>
                <a:xfrm>
                  <a:off x="5097600" y="3562920"/>
                  <a:ext cx="1746000" cy="99216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2160"/>
                    <a:gd name="textAreaBottom" fmla="*/ 992520 h 99216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52908" y="0"/>
                      </a:moveTo>
                      <a:lnTo>
                        <a:pt x="698137" y="0"/>
                      </a:lnTo>
                      <a:cubicBezTo>
                        <a:pt x="727357" y="0"/>
                        <a:pt x="751045" y="23688"/>
                        <a:pt x="751045" y="52908"/>
                      </a:cubicBezTo>
                      <a:lnTo>
                        <a:pt x="751045" y="373833"/>
                      </a:lnTo>
                      <a:cubicBezTo>
                        <a:pt x="751045" y="403053"/>
                        <a:pt x="727357" y="426740"/>
                        <a:pt x="698137" y="426740"/>
                      </a:cubicBezTo>
                      <a:lnTo>
                        <a:pt x="52908" y="426740"/>
                      </a:lnTo>
                      <a:cubicBezTo>
                        <a:pt x="23688" y="426740"/>
                        <a:pt x="0" y="403053"/>
                        <a:pt x="0" y="373833"/>
                      </a:cubicBezTo>
                      <a:lnTo>
                        <a:pt x="0" y="52908"/>
                      </a:lnTo>
                      <a:cubicBezTo>
                        <a:pt x="0" y="23688"/>
                        <a:pt x="23688" y="0"/>
                        <a:pt x="5290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cap="sq" w="2844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28" name="Google Shape;519;p12"/>
                <p:cNvSpPr/>
                <p:nvPr/>
              </p:nvSpPr>
              <p:spPr>
                <a:xfrm>
                  <a:off x="5097600" y="3452040"/>
                  <a:ext cx="1746000" cy="1103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sp>
            <p:nvSpPr>
              <p:cNvPr id="529" name="Google Shape;521;p12"/>
              <p:cNvSpPr/>
              <p:nvPr/>
            </p:nvSpPr>
            <p:spPr>
              <a:xfrm>
                <a:off x="5396040" y="3503160"/>
                <a:ext cx="1148760" cy="108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>
                  <a:lnSpc>
                    <a:spcPct val="119000"/>
                  </a:lnSpc>
                  <a:tabLst>
                    <a:tab algn="l" pos="0"/>
                  </a:tabLst>
                </a:pPr>
                <a:r>
                  <a:rPr b="0" lang="en-US" sz="6000" strike="noStrike" u="none">
                    <a:solidFill>
                      <a:srgbClr val="ffffff"/>
                    </a:solidFill>
                    <a:uFillTx/>
                    <a:latin typeface="Courier New"/>
                    <a:ea typeface="Courier New"/>
                  </a:rPr>
                  <a:t>02</a:t>
                </a:r>
                <a:endParaRPr b="0" lang="en-US" sz="60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530" name="Google Shape;503;p 1"/>
            <p:cNvSpPr/>
            <p:nvPr/>
          </p:nvSpPr>
          <p:spPr>
            <a:xfrm>
              <a:off x="4343400" y="4574160"/>
              <a:ext cx="320040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320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Einsatzgebiet</a:t>
              </a:r>
              <a:endParaRPr b="0" lang="en-US" sz="32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531" name=""/>
          <p:cNvGrpSpPr/>
          <p:nvPr/>
        </p:nvGrpSpPr>
        <p:grpSpPr>
          <a:xfrm>
            <a:off x="8001000" y="3299760"/>
            <a:ext cx="1828800" cy="1845720"/>
            <a:chOff x="8001000" y="3299760"/>
            <a:chExt cx="1828800" cy="1845720"/>
          </a:xfrm>
        </p:grpSpPr>
        <p:grpSp>
          <p:nvGrpSpPr>
            <p:cNvPr id="532" name=""/>
            <p:cNvGrpSpPr/>
            <p:nvPr/>
          </p:nvGrpSpPr>
          <p:grpSpPr>
            <a:xfrm>
              <a:off x="8015760" y="3299760"/>
              <a:ext cx="1799640" cy="1301400"/>
              <a:chOff x="8015760" y="3299760"/>
              <a:chExt cx="1799640" cy="1301400"/>
            </a:xfrm>
          </p:grpSpPr>
          <p:grpSp>
            <p:nvGrpSpPr>
              <p:cNvPr id="533" name="Google Shape;511;p12"/>
              <p:cNvGrpSpPr/>
              <p:nvPr/>
            </p:nvGrpSpPr>
            <p:grpSpPr>
              <a:xfrm>
                <a:off x="8015760" y="3299760"/>
                <a:ext cx="1746000" cy="1102680"/>
                <a:chOff x="8015760" y="3299760"/>
                <a:chExt cx="1746000" cy="1102680"/>
              </a:xfrm>
            </p:grpSpPr>
            <p:sp>
              <p:nvSpPr>
                <p:cNvPr id="534" name="Google Shape;512;p12"/>
                <p:cNvSpPr/>
                <p:nvPr/>
              </p:nvSpPr>
              <p:spPr>
                <a:xfrm>
                  <a:off x="8015760" y="3410640"/>
                  <a:ext cx="1746000" cy="99180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1800"/>
                    <a:gd name="textAreaBottom" fmla="*/ 992160 h 99180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47029" y="0"/>
                      </a:moveTo>
                      <a:lnTo>
                        <a:pt x="704016" y="0"/>
                      </a:lnTo>
                      <a:cubicBezTo>
                        <a:pt x="729989" y="0"/>
                        <a:pt x="751045" y="21056"/>
                        <a:pt x="751045" y="47029"/>
                      </a:cubicBezTo>
                      <a:lnTo>
                        <a:pt x="751045" y="379711"/>
                      </a:lnTo>
                      <a:cubicBezTo>
                        <a:pt x="751045" y="405685"/>
                        <a:pt x="729989" y="426740"/>
                        <a:pt x="704016" y="426740"/>
                      </a:cubicBezTo>
                      <a:lnTo>
                        <a:pt x="47029" y="426740"/>
                      </a:lnTo>
                      <a:cubicBezTo>
                        <a:pt x="21056" y="426740"/>
                        <a:pt x="0" y="405685"/>
                        <a:pt x="0" y="379711"/>
                      </a:cubicBezTo>
                      <a:lnTo>
                        <a:pt x="0" y="47029"/>
                      </a:lnTo>
                      <a:cubicBezTo>
                        <a:pt x="0" y="21056"/>
                        <a:pt x="21056" y="0"/>
                        <a:pt x="47029" y="0"/>
                      </a:cubicBezTo>
                      <a:close/>
                    </a:path>
                  </a:pathLst>
                </a:custGeom>
                <a:solidFill>
                  <a:srgbClr val="7dd95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000000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35" name="Google Shape;513;p12"/>
                <p:cNvSpPr/>
                <p:nvPr/>
              </p:nvSpPr>
              <p:spPr>
                <a:xfrm>
                  <a:off x="8015760" y="3299760"/>
                  <a:ext cx="1746000" cy="110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36" name="Google Shape;517;p12"/>
              <p:cNvGrpSpPr/>
              <p:nvPr/>
            </p:nvGrpSpPr>
            <p:grpSpPr>
              <a:xfrm>
                <a:off x="8069400" y="3461760"/>
                <a:ext cx="1746000" cy="1103040"/>
                <a:chOff x="8069400" y="3461760"/>
                <a:chExt cx="1746000" cy="1103040"/>
              </a:xfrm>
            </p:grpSpPr>
            <p:sp>
              <p:nvSpPr>
                <p:cNvPr id="537" name="Google Shape;518;p12"/>
                <p:cNvSpPr/>
                <p:nvPr/>
              </p:nvSpPr>
              <p:spPr>
                <a:xfrm>
                  <a:off x="8069400" y="3572640"/>
                  <a:ext cx="1746000" cy="99216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2160"/>
                    <a:gd name="textAreaBottom" fmla="*/ 992520 h 99216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52908" y="0"/>
                      </a:moveTo>
                      <a:lnTo>
                        <a:pt x="698137" y="0"/>
                      </a:lnTo>
                      <a:cubicBezTo>
                        <a:pt x="727357" y="0"/>
                        <a:pt x="751045" y="23688"/>
                        <a:pt x="751045" y="52908"/>
                      </a:cubicBezTo>
                      <a:lnTo>
                        <a:pt x="751045" y="373833"/>
                      </a:lnTo>
                      <a:cubicBezTo>
                        <a:pt x="751045" y="403053"/>
                        <a:pt x="727357" y="426740"/>
                        <a:pt x="698137" y="426740"/>
                      </a:cubicBezTo>
                      <a:lnTo>
                        <a:pt x="52908" y="426740"/>
                      </a:lnTo>
                      <a:cubicBezTo>
                        <a:pt x="23688" y="426740"/>
                        <a:pt x="0" y="403053"/>
                        <a:pt x="0" y="373833"/>
                      </a:cubicBezTo>
                      <a:lnTo>
                        <a:pt x="0" y="52908"/>
                      </a:lnTo>
                      <a:cubicBezTo>
                        <a:pt x="0" y="23688"/>
                        <a:pt x="23688" y="0"/>
                        <a:pt x="5290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cap="sq" w="2844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38" name="Google Shape;519;p12"/>
                <p:cNvSpPr/>
                <p:nvPr/>
              </p:nvSpPr>
              <p:spPr>
                <a:xfrm>
                  <a:off x="8069400" y="3461760"/>
                  <a:ext cx="1746000" cy="1103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sp>
            <p:nvSpPr>
              <p:cNvPr id="539" name="Google Shape;521;p12"/>
              <p:cNvSpPr/>
              <p:nvPr/>
            </p:nvSpPr>
            <p:spPr>
              <a:xfrm>
                <a:off x="8367840" y="3512880"/>
                <a:ext cx="1148760" cy="108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>
                  <a:lnSpc>
                    <a:spcPct val="119000"/>
                  </a:lnSpc>
                  <a:tabLst>
                    <a:tab algn="l" pos="0"/>
                  </a:tabLst>
                </a:pPr>
                <a:r>
                  <a:rPr b="0" lang="en-US" sz="6000" strike="noStrike" u="none">
                    <a:solidFill>
                      <a:srgbClr val="ffffff"/>
                    </a:solidFill>
                    <a:uFillTx/>
                    <a:latin typeface="Courier New"/>
                    <a:ea typeface="Courier New"/>
                  </a:rPr>
                  <a:t>03</a:t>
                </a:r>
                <a:endParaRPr b="0" lang="en-US" sz="60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540" name="Google Shape;503;p 3"/>
            <p:cNvSpPr/>
            <p:nvPr/>
          </p:nvSpPr>
          <p:spPr>
            <a:xfrm>
              <a:off x="8001000" y="4564800"/>
              <a:ext cx="182880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320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Aufgabe</a:t>
              </a:r>
              <a:endParaRPr b="0" lang="en-US" sz="32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541" name=""/>
          <p:cNvGrpSpPr/>
          <p:nvPr/>
        </p:nvGrpSpPr>
        <p:grpSpPr>
          <a:xfrm>
            <a:off x="10515600" y="3290040"/>
            <a:ext cx="2284200" cy="1864800"/>
            <a:chOff x="10515600" y="3290040"/>
            <a:chExt cx="2284200" cy="1864800"/>
          </a:xfrm>
        </p:grpSpPr>
        <p:grpSp>
          <p:nvGrpSpPr>
            <p:cNvPr id="542" name=""/>
            <p:cNvGrpSpPr/>
            <p:nvPr/>
          </p:nvGrpSpPr>
          <p:grpSpPr>
            <a:xfrm>
              <a:off x="10757880" y="3290040"/>
              <a:ext cx="1799640" cy="1301400"/>
              <a:chOff x="10757880" y="3290040"/>
              <a:chExt cx="1799640" cy="1301400"/>
            </a:xfrm>
          </p:grpSpPr>
          <p:grpSp>
            <p:nvGrpSpPr>
              <p:cNvPr id="543" name="Google Shape;511;p12"/>
              <p:cNvGrpSpPr/>
              <p:nvPr/>
            </p:nvGrpSpPr>
            <p:grpSpPr>
              <a:xfrm>
                <a:off x="10757880" y="3290040"/>
                <a:ext cx="1746000" cy="1102680"/>
                <a:chOff x="10757880" y="3290040"/>
                <a:chExt cx="1746000" cy="1102680"/>
              </a:xfrm>
            </p:grpSpPr>
            <p:sp>
              <p:nvSpPr>
                <p:cNvPr id="544" name="Google Shape;512;p12"/>
                <p:cNvSpPr/>
                <p:nvPr/>
              </p:nvSpPr>
              <p:spPr>
                <a:xfrm>
                  <a:off x="10757880" y="3400920"/>
                  <a:ext cx="1746000" cy="99180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1800"/>
                    <a:gd name="textAreaBottom" fmla="*/ 992160 h 99180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47029" y="0"/>
                      </a:moveTo>
                      <a:lnTo>
                        <a:pt x="704016" y="0"/>
                      </a:lnTo>
                      <a:cubicBezTo>
                        <a:pt x="729989" y="0"/>
                        <a:pt x="751045" y="21056"/>
                        <a:pt x="751045" y="47029"/>
                      </a:cubicBezTo>
                      <a:lnTo>
                        <a:pt x="751045" y="379711"/>
                      </a:lnTo>
                      <a:cubicBezTo>
                        <a:pt x="751045" y="405685"/>
                        <a:pt x="729989" y="426740"/>
                        <a:pt x="704016" y="426740"/>
                      </a:cubicBezTo>
                      <a:lnTo>
                        <a:pt x="47029" y="426740"/>
                      </a:lnTo>
                      <a:cubicBezTo>
                        <a:pt x="21056" y="426740"/>
                        <a:pt x="0" y="405685"/>
                        <a:pt x="0" y="379711"/>
                      </a:cubicBezTo>
                      <a:lnTo>
                        <a:pt x="0" y="47029"/>
                      </a:lnTo>
                      <a:cubicBezTo>
                        <a:pt x="0" y="21056"/>
                        <a:pt x="21056" y="0"/>
                        <a:pt x="47029" y="0"/>
                      </a:cubicBezTo>
                      <a:close/>
                    </a:path>
                  </a:pathLst>
                </a:custGeom>
                <a:solidFill>
                  <a:srgbClr val="ffff38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000000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45" name="Google Shape;513;p12"/>
                <p:cNvSpPr/>
                <p:nvPr/>
              </p:nvSpPr>
              <p:spPr>
                <a:xfrm>
                  <a:off x="10757880" y="3290040"/>
                  <a:ext cx="1746000" cy="110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6" name="Google Shape;517;p12"/>
              <p:cNvGrpSpPr/>
              <p:nvPr/>
            </p:nvGrpSpPr>
            <p:grpSpPr>
              <a:xfrm>
                <a:off x="10811520" y="3452040"/>
                <a:ext cx="1746000" cy="1103040"/>
                <a:chOff x="10811520" y="3452040"/>
                <a:chExt cx="1746000" cy="1103040"/>
              </a:xfrm>
            </p:grpSpPr>
            <p:sp>
              <p:nvSpPr>
                <p:cNvPr id="547" name="Google Shape;518;p12"/>
                <p:cNvSpPr/>
                <p:nvPr/>
              </p:nvSpPr>
              <p:spPr>
                <a:xfrm>
                  <a:off x="10811520" y="3562920"/>
                  <a:ext cx="1746000" cy="99216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2160"/>
                    <a:gd name="textAreaBottom" fmla="*/ 992520 h 99216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52908" y="0"/>
                      </a:moveTo>
                      <a:lnTo>
                        <a:pt x="698137" y="0"/>
                      </a:lnTo>
                      <a:cubicBezTo>
                        <a:pt x="727357" y="0"/>
                        <a:pt x="751045" y="23688"/>
                        <a:pt x="751045" y="52908"/>
                      </a:cubicBezTo>
                      <a:lnTo>
                        <a:pt x="751045" y="373833"/>
                      </a:lnTo>
                      <a:cubicBezTo>
                        <a:pt x="751045" y="403053"/>
                        <a:pt x="727357" y="426740"/>
                        <a:pt x="698137" y="426740"/>
                      </a:cubicBezTo>
                      <a:lnTo>
                        <a:pt x="52908" y="426740"/>
                      </a:lnTo>
                      <a:cubicBezTo>
                        <a:pt x="23688" y="426740"/>
                        <a:pt x="0" y="403053"/>
                        <a:pt x="0" y="373833"/>
                      </a:cubicBezTo>
                      <a:lnTo>
                        <a:pt x="0" y="52908"/>
                      </a:lnTo>
                      <a:cubicBezTo>
                        <a:pt x="0" y="23688"/>
                        <a:pt x="23688" y="0"/>
                        <a:pt x="5290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cap="sq" w="2844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48" name="Google Shape;519;p12"/>
                <p:cNvSpPr/>
                <p:nvPr/>
              </p:nvSpPr>
              <p:spPr>
                <a:xfrm>
                  <a:off x="10811520" y="3452040"/>
                  <a:ext cx="1746000" cy="1103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sp>
            <p:nvSpPr>
              <p:cNvPr id="549" name="Google Shape;521;p12"/>
              <p:cNvSpPr/>
              <p:nvPr/>
            </p:nvSpPr>
            <p:spPr>
              <a:xfrm>
                <a:off x="11109960" y="3503160"/>
                <a:ext cx="1148760" cy="108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>
                  <a:lnSpc>
                    <a:spcPct val="119000"/>
                  </a:lnSpc>
                  <a:tabLst>
                    <a:tab algn="l" pos="0"/>
                  </a:tabLst>
                </a:pPr>
                <a:r>
                  <a:rPr b="0" lang="en-US" sz="6000" strike="noStrike" u="none">
                    <a:solidFill>
                      <a:srgbClr val="ffffff"/>
                    </a:solidFill>
                    <a:uFillTx/>
                    <a:latin typeface="Courier New"/>
                    <a:ea typeface="Courier New"/>
                  </a:rPr>
                  <a:t>04</a:t>
                </a:r>
                <a:endParaRPr b="0" lang="en-US" sz="60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550" name="Google Shape;503;p 4"/>
            <p:cNvSpPr/>
            <p:nvPr/>
          </p:nvSpPr>
          <p:spPr>
            <a:xfrm>
              <a:off x="10515600" y="4574160"/>
              <a:ext cx="228420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320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ZFB Intro</a:t>
              </a:r>
              <a:endParaRPr b="0" lang="en-US" sz="32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551" name=""/>
          <p:cNvGrpSpPr/>
          <p:nvPr/>
        </p:nvGrpSpPr>
        <p:grpSpPr>
          <a:xfrm>
            <a:off x="1371600" y="5280480"/>
            <a:ext cx="2514600" cy="1851480"/>
            <a:chOff x="1371600" y="5280480"/>
            <a:chExt cx="2514600" cy="1851480"/>
          </a:xfrm>
        </p:grpSpPr>
        <p:grpSp>
          <p:nvGrpSpPr>
            <p:cNvPr id="552" name=""/>
            <p:cNvGrpSpPr/>
            <p:nvPr/>
          </p:nvGrpSpPr>
          <p:grpSpPr>
            <a:xfrm>
              <a:off x="1714320" y="5280480"/>
              <a:ext cx="1828800" cy="1301400"/>
              <a:chOff x="1714320" y="5280480"/>
              <a:chExt cx="1828800" cy="1301400"/>
            </a:xfrm>
          </p:grpSpPr>
          <p:grpSp>
            <p:nvGrpSpPr>
              <p:cNvPr id="553" name="Google Shape;511;p12"/>
              <p:cNvGrpSpPr/>
              <p:nvPr/>
            </p:nvGrpSpPr>
            <p:grpSpPr>
              <a:xfrm>
                <a:off x="1714320" y="5280480"/>
                <a:ext cx="1746000" cy="1102680"/>
                <a:chOff x="1714320" y="5280480"/>
                <a:chExt cx="1746000" cy="1102680"/>
              </a:xfrm>
            </p:grpSpPr>
            <p:sp>
              <p:nvSpPr>
                <p:cNvPr id="554" name="Google Shape;512;p12"/>
                <p:cNvSpPr/>
                <p:nvPr/>
              </p:nvSpPr>
              <p:spPr>
                <a:xfrm>
                  <a:off x="1714320" y="5391360"/>
                  <a:ext cx="1746000" cy="99180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1800"/>
                    <a:gd name="textAreaBottom" fmla="*/ 992160 h 99180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47029" y="0"/>
                      </a:moveTo>
                      <a:lnTo>
                        <a:pt x="704016" y="0"/>
                      </a:lnTo>
                      <a:cubicBezTo>
                        <a:pt x="729989" y="0"/>
                        <a:pt x="751045" y="21056"/>
                        <a:pt x="751045" y="47029"/>
                      </a:cubicBezTo>
                      <a:lnTo>
                        <a:pt x="751045" y="379711"/>
                      </a:lnTo>
                      <a:cubicBezTo>
                        <a:pt x="751045" y="405685"/>
                        <a:pt x="729989" y="426740"/>
                        <a:pt x="704016" y="426740"/>
                      </a:cubicBezTo>
                      <a:lnTo>
                        <a:pt x="47029" y="426740"/>
                      </a:lnTo>
                      <a:cubicBezTo>
                        <a:pt x="21056" y="426740"/>
                        <a:pt x="0" y="405685"/>
                        <a:pt x="0" y="379711"/>
                      </a:cubicBezTo>
                      <a:lnTo>
                        <a:pt x="0" y="47029"/>
                      </a:lnTo>
                      <a:cubicBezTo>
                        <a:pt x="0" y="21056"/>
                        <a:pt x="21056" y="0"/>
                        <a:pt x="47029" y="0"/>
                      </a:cubicBezTo>
                      <a:close/>
                    </a:path>
                  </a:pathLst>
                </a:custGeom>
                <a:solidFill>
                  <a:srgbClr val="ff542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55" name="Google Shape;513;p12"/>
                <p:cNvSpPr/>
                <p:nvPr/>
              </p:nvSpPr>
              <p:spPr>
                <a:xfrm>
                  <a:off x="1714320" y="5280480"/>
                  <a:ext cx="1746000" cy="110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56" name="Google Shape;517;p12"/>
              <p:cNvGrpSpPr/>
              <p:nvPr/>
            </p:nvGrpSpPr>
            <p:grpSpPr>
              <a:xfrm>
                <a:off x="1767960" y="5442480"/>
                <a:ext cx="1775160" cy="1139040"/>
                <a:chOff x="1767960" y="5442480"/>
                <a:chExt cx="1775160" cy="1139040"/>
              </a:xfrm>
            </p:grpSpPr>
            <p:sp>
              <p:nvSpPr>
                <p:cNvPr id="557" name="Google Shape;518;p12"/>
                <p:cNvSpPr/>
                <p:nvPr/>
              </p:nvSpPr>
              <p:spPr>
                <a:xfrm>
                  <a:off x="1797120" y="5589360"/>
                  <a:ext cx="1746000" cy="99216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2160"/>
                    <a:gd name="textAreaBottom" fmla="*/ 992520 h 99216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52908" y="0"/>
                      </a:moveTo>
                      <a:lnTo>
                        <a:pt x="698137" y="0"/>
                      </a:lnTo>
                      <a:cubicBezTo>
                        <a:pt x="727357" y="0"/>
                        <a:pt x="751045" y="23688"/>
                        <a:pt x="751045" y="52908"/>
                      </a:cubicBezTo>
                      <a:lnTo>
                        <a:pt x="751045" y="373833"/>
                      </a:lnTo>
                      <a:cubicBezTo>
                        <a:pt x="751045" y="403053"/>
                        <a:pt x="727357" y="426740"/>
                        <a:pt x="698137" y="426740"/>
                      </a:cubicBezTo>
                      <a:lnTo>
                        <a:pt x="52908" y="426740"/>
                      </a:lnTo>
                      <a:cubicBezTo>
                        <a:pt x="23688" y="426740"/>
                        <a:pt x="0" y="403053"/>
                        <a:pt x="0" y="373833"/>
                      </a:cubicBezTo>
                      <a:lnTo>
                        <a:pt x="0" y="52908"/>
                      </a:lnTo>
                      <a:cubicBezTo>
                        <a:pt x="0" y="23688"/>
                        <a:pt x="23688" y="0"/>
                        <a:pt x="5290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cap="sq" w="2844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58" name="Google Shape;519;p12"/>
                <p:cNvSpPr/>
                <p:nvPr/>
              </p:nvSpPr>
              <p:spPr>
                <a:xfrm>
                  <a:off x="1767960" y="5442480"/>
                  <a:ext cx="1746000" cy="1103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sp>
            <p:nvSpPr>
              <p:cNvPr id="559" name="Google Shape;521;p12"/>
              <p:cNvSpPr/>
              <p:nvPr/>
            </p:nvSpPr>
            <p:spPr>
              <a:xfrm>
                <a:off x="2066400" y="5493600"/>
                <a:ext cx="1148760" cy="108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>
                  <a:lnSpc>
                    <a:spcPct val="119000"/>
                  </a:lnSpc>
                  <a:tabLst>
                    <a:tab algn="l" pos="0"/>
                  </a:tabLst>
                </a:pPr>
                <a:r>
                  <a:rPr b="0" lang="en-US" sz="6000" strike="noStrike" u="none">
                    <a:solidFill>
                      <a:srgbClr val="ffffff"/>
                    </a:solidFill>
                    <a:uFillTx/>
                    <a:latin typeface="Courier New"/>
                    <a:ea typeface="Courier New"/>
                  </a:rPr>
                  <a:t>05</a:t>
                </a:r>
                <a:endParaRPr b="0" lang="en-US" sz="60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560" name="Google Shape;503;p 5"/>
            <p:cNvSpPr/>
            <p:nvPr/>
          </p:nvSpPr>
          <p:spPr>
            <a:xfrm>
              <a:off x="1371600" y="6551280"/>
              <a:ext cx="251460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320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Wieso Pong</a:t>
              </a:r>
              <a:endParaRPr b="0" lang="en-US" sz="32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561" name=""/>
          <p:cNvGrpSpPr/>
          <p:nvPr/>
        </p:nvGrpSpPr>
        <p:grpSpPr>
          <a:xfrm>
            <a:off x="5012640" y="5257800"/>
            <a:ext cx="1987200" cy="1896480"/>
            <a:chOff x="5012640" y="5257800"/>
            <a:chExt cx="1987200" cy="1896480"/>
          </a:xfrm>
        </p:grpSpPr>
        <p:grpSp>
          <p:nvGrpSpPr>
            <p:cNvPr id="562" name=""/>
            <p:cNvGrpSpPr/>
            <p:nvPr/>
          </p:nvGrpSpPr>
          <p:grpSpPr>
            <a:xfrm>
              <a:off x="5091840" y="5257800"/>
              <a:ext cx="1828800" cy="1301400"/>
              <a:chOff x="5091840" y="5257800"/>
              <a:chExt cx="1828800" cy="1301400"/>
            </a:xfrm>
          </p:grpSpPr>
          <p:grpSp>
            <p:nvGrpSpPr>
              <p:cNvPr id="563" name="Google Shape;511;p12"/>
              <p:cNvGrpSpPr/>
              <p:nvPr/>
            </p:nvGrpSpPr>
            <p:grpSpPr>
              <a:xfrm>
                <a:off x="5091840" y="5257800"/>
                <a:ext cx="1746000" cy="1102680"/>
                <a:chOff x="5091840" y="5257800"/>
                <a:chExt cx="1746000" cy="1102680"/>
              </a:xfrm>
            </p:grpSpPr>
            <p:sp>
              <p:nvSpPr>
                <p:cNvPr id="564" name="Google Shape;512;p12"/>
                <p:cNvSpPr/>
                <p:nvPr/>
              </p:nvSpPr>
              <p:spPr>
                <a:xfrm>
                  <a:off x="5091840" y="5368680"/>
                  <a:ext cx="1746000" cy="99180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1800"/>
                    <a:gd name="textAreaBottom" fmla="*/ 992160 h 99180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47029" y="0"/>
                      </a:moveTo>
                      <a:lnTo>
                        <a:pt x="704016" y="0"/>
                      </a:lnTo>
                      <a:cubicBezTo>
                        <a:pt x="729989" y="0"/>
                        <a:pt x="751045" y="21056"/>
                        <a:pt x="751045" y="47029"/>
                      </a:cubicBezTo>
                      <a:lnTo>
                        <a:pt x="751045" y="379711"/>
                      </a:lnTo>
                      <a:cubicBezTo>
                        <a:pt x="751045" y="405685"/>
                        <a:pt x="729989" y="426740"/>
                        <a:pt x="704016" y="426740"/>
                      </a:cubicBezTo>
                      <a:lnTo>
                        <a:pt x="47029" y="426740"/>
                      </a:lnTo>
                      <a:cubicBezTo>
                        <a:pt x="21056" y="426740"/>
                        <a:pt x="0" y="405685"/>
                        <a:pt x="0" y="379711"/>
                      </a:cubicBezTo>
                      <a:lnTo>
                        <a:pt x="0" y="47029"/>
                      </a:lnTo>
                      <a:cubicBezTo>
                        <a:pt x="0" y="21056"/>
                        <a:pt x="21056" y="0"/>
                        <a:pt x="47029" y="0"/>
                      </a:cubicBezTo>
                      <a:close/>
                    </a:path>
                  </a:pathLst>
                </a:custGeom>
                <a:solidFill>
                  <a:srgbClr val="80008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65" name="Google Shape;513;p12"/>
                <p:cNvSpPr/>
                <p:nvPr/>
              </p:nvSpPr>
              <p:spPr>
                <a:xfrm>
                  <a:off x="5091840" y="5257800"/>
                  <a:ext cx="1746000" cy="110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66" name="Google Shape;517;p12"/>
              <p:cNvGrpSpPr/>
              <p:nvPr/>
            </p:nvGrpSpPr>
            <p:grpSpPr>
              <a:xfrm>
                <a:off x="5145480" y="5419800"/>
                <a:ext cx="1775160" cy="1139040"/>
                <a:chOff x="5145480" y="5419800"/>
                <a:chExt cx="1775160" cy="1139040"/>
              </a:xfrm>
            </p:grpSpPr>
            <p:sp>
              <p:nvSpPr>
                <p:cNvPr id="567" name="Google Shape;518;p12"/>
                <p:cNvSpPr/>
                <p:nvPr/>
              </p:nvSpPr>
              <p:spPr>
                <a:xfrm>
                  <a:off x="5174640" y="5566680"/>
                  <a:ext cx="1746000" cy="992160"/>
                </a:xfrm>
                <a:custGeom>
                  <a:avLst/>
                  <a:gdLst>
                    <a:gd name="textAreaLeft" fmla="*/ 0 w 1746000"/>
                    <a:gd name="textAreaRight" fmla="*/ 1746360 w 1746000"/>
                    <a:gd name="textAreaTop" fmla="*/ 0 h 992160"/>
                    <a:gd name="textAreaBottom" fmla="*/ 992520 h 992160"/>
                  </a:gdLst>
                  <a:ahLst/>
                  <a:rect l="textAreaLeft" t="textAreaTop" r="textAreaRight" b="textAreaBottom"/>
                  <a:pathLst>
                    <a:path w="751045" h="426740">
                      <a:moveTo>
                        <a:pt x="52908" y="0"/>
                      </a:moveTo>
                      <a:lnTo>
                        <a:pt x="698137" y="0"/>
                      </a:lnTo>
                      <a:cubicBezTo>
                        <a:pt x="727357" y="0"/>
                        <a:pt x="751045" y="23688"/>
                        <a:pt x="751045" y="52908"/>
                      </a:cubicBezTo>
                      <a:lnTo>
                        <a:pt x="751045" y="373833"/>
                      </a:lnTo>
                      <a:cubicBezTo>
                        <a:pt x="751045" y="403053"/>
                        <a:pt x="727357" y="426740"/>
                        <a:pt x="698137" y="426740"/>
                      </a:cubicBezTo>
                      <a:lnTo>
                        <a:pt x="52908" y="426740"/>
                      </a:lnTo>
                      <a:cubicBezTo>
                        <a:pt x="23688" y="426740"/>
                        <a:pt x="0" y="403053"/>
                        <a:pt x="0" y="373833"/>
                      </a:cubicBezTo>
                      <a:lnTo>
                        <a:pt x="0" y="52908"/>
                      </a:lnTo>
                      <a:cubicBezTo>
                        <a:pt x="0" y="23688"/>
                        <a:pt x="23688" y="0"/>
                        <a:pt x="5290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cap="sq" w="2844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  <p:sp>
              <p:nvSpPr>
                <p:cNvPr id="568" name="Google Shape;519;p12"/>
                <p:cNvSpPr/>
                <p:nvPr/>
              </p:nvSpPr>
              <p:spPr>
                <a:xfrm>
                  <a:off x="5145480" y="5419800"/>
                  <a:ext cx="1746000" cy="1103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0480" rIns="60480" tIns="60480" bIns="60480" anchor="ctr">
                  <a:noAutofit/>
                </a:bodyPr>
                <a:p>
                  <a:endParaRPr b="0" lang="en-US" sz="1400" strike="noStrike" u="none">
                    <a:solidFill>
                      <a:srgbClr val="ffffff"/>
                    </a:solidFill>
                    <a:uFillTx/>
                    <a:latin typeface="Arial"/>
                  </a:endParaRPr>
                </a:p>
              </p:txBody>
            </p:sp>
          </p:grpSp>
          <p:sp>
            <p:nvSpPr>
              <p:cNvPr id="569" name="Google Shape;521;p12"/>
              <p:cNvSpPr/>
              <p:nvPr/>
            </p:nvSpPr>
            <p:spPr>
              <a:xfrm>
                <a:off x="5443920" y="5470920"/>
                <a:ext cx="1148760" cy="108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>
                  <a:lnSpc>
                    <a:spcPct val="119000"/>
                  </a:lnSpc>
                  <a:tabLst>
                    <a:tab algn="l" pos="0"/>
                  </a:tabLst>
                </a:pPr>
                <a:r>
                  <a:rPr b="0" lang="en-US" sz="6000" strike="noStrike" u="none">
                    <a:solidFill>
                      <a:srgbClr val="ffffff"/>
                    </a:solidFill>
                    <a:uFillTx/>
                    <a:latin typeface="Courier New"/>
                    <a:ea typeface="Courier New"/>
                  </a:rPr>
                  <a:t>06</a:t>
                </a:r>
                <a:endParaRPr b="0" lang="en-US" sz="60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570" name="Google Shape;503;p 6"/>
            <p:cNvSpPr/>
            <p:nvPr/>
          </p:nvSpPr>
          <p:spPr>
            <a:xfrm>
              <a:off x="5012640" y="6573600"/>
              <a:ext cx="198720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320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Warum C?</a:t>
              </a:r>
              <a:endParaRPr b="0" lang="en-US" sz="32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" name="Google Shape;564;p 2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572" name="Google Shape;565;p 3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573" name="Google Shape;566;p 3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74" name="Google Shape;567;p 3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75" name="Google Shape;568;p 3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576" name="Google Shape;569;p 3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77" name="Google Shape;570;p 3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578" name="Google Shape;571;p 3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579" name="Google Shape;572;p 3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580" name="Google Shape;573;p 3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81" name="Google Shape;574;p 3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82" name="Google Shape;575;p 3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583" name="Google Shape;576;p 3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84" name="Google Shape;577;p 3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85" name="Google Shape;578;p 3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586" name="Google Shape;579;p 3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87" name="Google Shape;580;p 3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588" name="Google Shape;581;p 3"/>
          <p:cNvSpPr/>
          <p:nvPr/>
        </p:nvSpPr>
        <p:spPr>
          <a:xfrm>
            <a:off x="1109160" y="3700440"/>
            <a:ext cx="1032120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Benefits</a:t>
            </a:r>
            <a:endParaRPr b="0" lang="en-US" sz="99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589" name="Google Shape;590;p 3"/>
          <p:cNvGrpSpPr/>
          <p:nvPr/>
        </p:nvGrpSpPr>
        <p:grpSpPr>
          <a:xfrm>
            <a:off x="12237120" y="1508400"/>
            <a:ext cx="4886640" cy="2644200"/>
            <a:chOff x="12237120" y="1508400"/>
            <a:chExt cx="4886640" cy="2644200"/>
          </a:xfrm>
        </p:grpSpPr>
        <p:grpSp>
          <p:nvGrpSpPr>
            <p:cNvPr id="590" name="Google Shape;591;p 3"/>
            <p:cNvGrpSpPr/>
            <p:nvPr/>
          </p:nvGrpSpPr>
          <p:grpSpPr>
            <a:xfrm>
              <a:off x="14454360" y="3627720"/>
              <a:ext cx="2669400" cy="524880"/>
              <a:chOff x="14454360" y="3627720"/>
              <a:chExt cx="2669400" cy="524880"/>
            </a:xfrm>
          </p:grpSpPr>
          <p:sp>
            <p:nvSpPr>
              <p:cNvPr id="591" name="Google Shape;592;p 3"/>
              <p:cNvSpPr/>
              <p:nvPr/>
            </p:nvSpPr>
            <p:spPr>
              <a:xfrm>
                <a:off x="14454360" y="378396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92" name="Google Shape;593;p 3"/>
              <p:cNvSpPr/>
              <p:nvPr/>
            </p:nvSpPr>
            <p:spPr>
              <a:xfrm>
                <a:off x="14454360" y="3627720"/>
                <a:ext cx="26694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93" name="Google Shape;594;p 3"/>
            <p:cNvGrpSpPr/>
            <p:nvPr/>
          </p:nvGrpSpPr>
          <p:grpSpPr>
            <a:xfrm>
              <a:off x="14112720" y="2921760"/>
              <a:ext cx="3011040" cy="524880"/>
              <a:chOff x="14112720" y="2921760"/>
              <a:chExt cx="3011040" cy="524880"/>
            </a:xfrm>
          </p:grpSpPr>
          <p:sp>
            <p:nvSpPr>
              <p:cNvPr id="594" name="Google Shape;595;p 3"/>
              <p:cNvSpPr/>
              <p:nvPr/>
            </p:nvSpPr>
            <p:spPr>
              <a:xfrm>
                <a:off x="14112720" y="307800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5" name="Google Shape;596;p 3"/>
              <p:cNvSpPr/>
              <p:nvPr/>
            </p:nvSpPr>
            <p:spPr>
              <a:xfrm>
                <a:off x="14112720" y="2921760"/>
                <a:ext cx="3011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96" name="Google Shape;597;p 3"/>
            <p:cNvGrpSpPr/>
            <p:nvPr/>
          </p:nvGrpSpPr>
          <p:grpSpPr>
            <a:xfrm>
              <a:off x="13427640" y="1508400"/>
              <a:ext cx="1507680" cy="524880"/>
              <a:chOff x="13427640" y="1508400"/>
              <a:chExt cx="1507680" cy="524880"/>
            </a:xfrm>
          </p:grpSpPr>
          <p:sp>
            <p:nvSpPr>
              <p:cNvPr id="597" name="Google Shape;598;p 3"/>
              <p:cNvSpPr/>
              <p:nvPr/>
            </p:nvSpPr>
            <p:spPr>
              <a:xfrm>
                <a:off x="13427640" y="166464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98" name="Google Shape;599;p 3"/>
              <p:cNvSpPr/>
              <p:nvPr/>
            </p:nvSpPr>
            <p:spPr>
              <a:xfrm>
                <a:off x="13427640" y="1508400"/>
                <a:ext cx="1507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99" name="Google Shape;600;p 3"/>
            <p:cNvGrpSpPr/>
            <p:nvPr/>
          </p:nvGrpSpPr>
          <p:grpSpPr>
            <a:xfrm>
              <a:off x="15284160" y="2215080"/>
              <a:ext cx="1839600" cy="524880"/>
              <a:chOff x="15284160" y="2215080"/>
              <a:chExt cx="1839600" cy="524880"/>
            </a:xfrm>
          </p:grpSpPr>
          <p:sp>
            <p:nvSpPr>
              <p:cNvPr id="600" name="Google Shape;601;p 3"/>
              <p:cNvSpPr/>
              <p:nvPr/>
            </p:nvSpPr>
            <p:spPr>
              <a:xfrm>
                <a:off x="15284160" y="237132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01" name="Google Shape;602;p 3"/>
              <p:cNvSpPr/>
              <p:nvPr/>
            </p:nvSpPr>
            <p:spPr>
              <a:xfrm>
                <a:off x="15284160" y="2215080"/>
                <a:ext cx="18396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02" name="Google Shape;603;p 3"/>
            <p:cNvGrpSpPr/>
            <p:nvPr/>
          </p:nvGrpSpPr>
          <p:grpSpPr>
            <a:xfrm>
              <a:off x="15899040" y="1508400"/>
              <a:ext cx="1224360" cy="524880"/>
              <a:chOff x="15899040" y="1508400"/>
              <a:chExt cx="1224360" cy="524880"/>
            </a:xfrm>
          </p:grpSpPr>
          <p:sp>
            <p:nvSpPr>
              <p:cNvPr id="603" name="Google Shape;604;p 3"/>
              <p:cNvSpPr/>
              <p:nvPr/>
            </p:nvSpPr>
            <p:spPr>
              <a:xfrm>
                <a:off x="15899040" y="166464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04" name="Google Shape;605;p 3"/>
              <p:cNvSpPr/>
              <p:nvPr/>
            </p:nvSpPr>
            <p:spPr>
              <a:xfrm>
                <a:off x="15899040" y="150840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05" name="Google Shape;606;p 3"/>
            <p:cNvGrpSpPr/>
            <p:nvPr/>
          </p:nvGrpSpPr>
          <p:grpSpPr>
            <a:xfrm>
              <a:off x="12755520" y="2921760"/>
              <a:ext cx="1224360" cy="524880"/>
              <a:chOff x="12755520" y="2921760"/>
              <a:chExt cx="1224360" cy="524880"/>
            </a:xfrm>
          </p:grpSpPr>
          <p:sp>
            <p:nvSpPr>
              <p:cNvPr id="606" name="Google Shape;607;p 3"/>
              <p:cNvSpPr/>
              <p:nvPr/>
            </p:nvSpPr>
            <p:spPr>
              <a:xfrm>
                <a:off x="12755520" y="307800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7" name="Google Shape;608;p 3"/>
              <p:cNvSpPr/>
              <p:nvPr/>
            </p:nvSpPr>
            <p:spPr>
              <a:xfrm>
                <a:off x="12755520" y="292176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08" name="Google Shape;609;p 3"/>
            <p:cNvGrpSpPr/>
            <p:nvPr/>
          </p:nvGrpSpPr>
          <p:grpSpPr>
            <a:xfrm>
              <a:off x="13107240" y="3627720"/>
              <a:ext cx="1224360" cy="524880"/>
              <a:chOff x="13107240" y="3627720"/>
              <a:chExt cx="1224360" cy="524880"/>
            </a:xfrm>
          </p:grpSpPr>
          <p:sp>
            <p:nvSpPr>
              <p:cNvPr id="609" name="Google Shape;610;p 3"/>
              <p:cNvSpPr/>
              <p:nvPr/>
            </p:nvSpPr>
            <p:spPr>
              <a:xfrm>
                <a:off x="13107240" y="378396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0" name="Google Shape;611;p 3"/>
              <p:cNvSpPr/>
              <p:nvPr/>
            </p:nvSpPr>
            <p:spPr>
              <a:xfrm>
                <a:off x="13107240" y="36277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11" name="Google Shape;612;p 3"/>
            <p:cNvGrpSpPr/>
            <p:nvPr/>
          </p:nvGrpSpPr>
          <p:grpSpPr>
            <a:xfrm>
              <a:off x="14454360" y="2215080"/>
              <a:ext cx="745920" cy="524880"/>
              <a:chOff x="14454360" y="2215080"/>
              <a:chExt cx="745920" cy="524880"/>
            </a:xfrm>
          </p:grpSpPr>
          <p:sp>
            <p:nvSpPr>
              <p:cNvPr id="612" name="Google Shape;613;p 3"/>
              <p:cNvSpPr/>
              <p:nvPr/>
            </p:nvSpPr>
            <p:spPr>
              <a:xfrm>
                <a:off x="14454360" y="237132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3" name="Google Shape;614;p 3"/>
              <p:cNvSpPr/>
              <p:nvPr/>
            </p:nvSpPr>
            <p:spPr>
              <a:xfrm>
                <a:off x="14454360" y="221508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14" name="Google Shape;615;p 3"/>
            <p:cNvGrpSpPr/>
            <p:nvPr/>
          </p:nvGrpSpPr>
          <p:grpSpPr>
            <a:xfrm>
              <a:off x="12237120" y="3627720"/>
              <a:ext cx="745920" cy="524880"/>
              <a:chOff x="12237120" y="3627720"/>
              <a:chExt cx="745920" cy="524880"/>
            </a:xfrm>
          </p:grpSpPr>
          <p:sp>
            <p:nvSpPr>
              <p:cNvPr id="615" name="Google Shape;616;p 3"/>
              <p:cNvSpPr/>
              <p:nvPr/>
            </p:nvSpPr>
            <p:spPr>
              <a:xfrm>
                <a:off x="12237120" y="378396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16" name="Google Shape;617;p 3"/>
              <p:cNvSpPr/>
              <p:nvPr/>
            </p:nvSpPr>
            <p:spPr>
              <a:xfrm>
                <a:off x="12237120" y="362772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17" name="Google Shape;618;p 3"/>
            <p:cNvGrpSpPr/>
            <p:nvPr/>
          </p:nvGrpSpPr>
          <p:grpSpPr>
            <a:xfrm>
              <a:off x="15042600" y="1508400"/>
              <a:ext cx="745920" cy="524880"/>
              <a:chOff x="15042600" y="1508400"/>
              <a:chExt cx="745920" cy="524880"/>
            </a:xfrm>
          </p:grpSpPr>
          <p:sp>
            <p:nvSpPr>
              <p:cNvPr id="618" name="Google Shape;619;p 3"/>
              <p:cNvSpPr/>
              <p:nvPr/>
            </p:nvSpPr>
            <p:spPr>
              <a:xfrm>
                <a:off x="15042600" y="16646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9" name="Google Shape;620;p 3"/>
              <p:cNvSpPr/>
              <p:nvPr/>
            </p:nvSpPr>
            <p:spPr>
              <a:xfrm>
                <a:off x="15042600" y="150840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620" name="Google Shape;589;p 3"/>
          <p:cNvSpPr/>
          <p:nvPr/>
        </p:nvSpPr>
        <p:spPr>
          <a:xfrm>
            <a:off x="1109160" y="5277600"/>
            <a:ext cx="14282280" cy="43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Erwerb grundlegender Kenntnisse in der Programmiersprache C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Vertieftes Verständnis der Funktionsweise von Computern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Für Schüler aller Erfahrungsstufen geeignet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Optionale Erweiterung auf andere Programmiersprachen möglich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Förderung der selbstständigen Arbeitsweise und Problemlösungsfähigkeit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Solide Einführung in Embedded Systems und Game Development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</p:txBody>
      </p:sp>
      <p:grpSp>
        <p:nvGrpSpPr>
          <p:cNvPr id="621" name=""/>
          <p:cNvGrpSpPr/>
          <p:nvPr/>
        </p:nvGrpSpPr>
        <p:grpSpPr>
          <a:xfrm>
            <a:off x="1179360" y="1766880"/>
            <a:ext cx="2714040" cy="2121120"/>
            <a:chOff x="1179360" y="1766880"/>
            <a:chExt cx="2714040" cy="2121120"/>
          </a:xfrm>
        </p:grpSpPr>
        <p:grpSp>
          <p:nvGrpSpPr>
            <p:cNvPr id="622" name="Google Shape;511;p12"/>
            <p:cNvGrpSpPr/>
            <p:nvPr/>
          </p:nvGrpSpPr>
          <p:grpSpPr>
            <a:xfrm>
              <a:off x="1179360" y="1766880"/>
              <a:ext cx="2633400" cy="1663200"/>
              <a:chOff x="1179360" y="1766880"/>
              <a:chExt cx="2633400" cy="1663200"/>
            </a:xfrm>
          </p:grpSpPr>
          <p:sp>
            <p:nvSpPr>
              <p:cNvPr id="623" name="Google Shape;512;p12"/>
              <p:cNvSpPr/>
              <p:nvPr/>
            </p:nvSpPr>
            <p:spPr>
              <a:xfrm>
                <a:off x="1179360" y="193392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47029" y="0"/>
                    </a:moveTo>
                    <a:lnTo>
                      <a:pt x="704016" y="0"/>
                    </a:lnTo>
                    <a:cubicBezTo>
                      <a:pt x="729989" y="0"/>
                      <a:pt x="751045" y="21056"/>
                      <a:pt x="751045" y="47029"/>
                    </a:cubicBezTo>
                    <a:lnTo>
                      <a:pt x="751045" y="379711"/>
                    </a:lnTo>
                    <a:cubicBezTo>
                      <a:pt x="751045" y="405685"/>
                      <a:pt x="729989" y="426740"/>
                      <a:pt x="704016" y="426740"/>
                    </a:cubicBezTo>
                    <a:lnTo>
                      <a:pt x="47029" y="426740"/>
                    </a:lnTo>
                    <a:cubicBezTo>
                      <a:pt x="21056" y="426740"/>
                      <a:pt x="0" y="405685"/>
                      <a:pt x="0" y="379711"/>
                    </a:cubicBezTo>
                    <a:lnTo>
                      <a:pt x="0" y="47029"/>
                    </a:lnTo>
                    <a:cubicBezTo>
                      <a:pt x="0" y="21056"/>
                      <a:pt x="21056" y="0"/>
                      <a:pt x="47029" y="0"/>
                    </a:cubicBezTo>
                    <a:close/>
                  </a:path>
                </a:pathLst>
              </a:custGeom>
              <a:solidFill>
                <a:srgbClr val="ff65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4" name="Google Shape;513;p12"/>
              <p:cNvSpPr/>
              <p:nvPr/>
            </p:nvSpPr>
            <p:spPr>
              <a:xfrm>
                <a:off x="1179360" y="176688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25" name="Google Shape;517;p12"/>
            <p:cNvGrpSpPr/>
            <p:nvPr/>
          </p:nvGrpSpPr>
          <p:grpSpPr>
            <a:xfrm>
              <a:off x="1260000" y="2011320"/>
              <a:ext cx="2633400" cy="1663200"/>
              <a:chOff x="1260000" y="2011320"/>
              <a:chExt cx="2633400" cy="1663200"/>
            </a:xfrm>
          </p:grpSpPr>
          <p:sp>
            <p:nvSpPr>
              <p:cNvPr id="626" name="Google Shape;518;p12"/>
              <p:cNvSpPr/>
              <p:nvPr/>
            </p:nvSpPr>
            <p:spPr>
              <a:xfrm>
                <a:off x="1260000" y="217836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52908" y="0"/>
                    </a:moveTo>
                    <a:lnTo>
                      <a:pt x="698137" y="0"/>
                    </a:lnTo>
                    <a:cubicBezTo>
                      <a:pt x="727357" y="0"/>
                      <a:pt x="751045" y="23688"/>
                      <a:pt x="751045" y="52908"/>
                    </a:cubicBezTo>
                    <a:lnTo>
                      <a:pt x="751045" y="373833"/>
                    </a:lnTo>
                    <a:cubicBezTo>
                      <a:pt x="751045" y="403053"/>
                      <a:pt x="727357" y="426740"/>
                      <a:pt x="698137" y="426740"/>
                    </a:cubicBezTo>
                    <a:lnTo>
                      <a:pt x="52908" y="426740"/>
                    </a:lnTo>
                    <a:cubicBezTo>
                      <a:pt x="23688" y="426740"/>
                      <a:pt x="0" y="403053"/>
                      <a:pt x="0" y="373833"/>
                    </a:cubicBezTo>
                    <a:lnTo>
                      <a:pt x="0" y="52908"/>
                    </a:lnTo>
                    <a:cubicBezTo>
                      <a:pt x="0" y="23688"/>
                      <a:pt x="23688" y="0"/>
                      <a:pt x="5290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27" name="Google Shape;519;p12"/>
              <p:cNvSpPr/>
              <p:nvPr/>
            </p:nvSpPr>
            <p:spPr>
              <a:xfrm>
                <a:off x="1260000" y="201132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628" name="Google Shape;521;p12"/>
            <p:cNvSpPr/>
            <p:nvPr/>
          </p:nvSpPr>
          <p:spPr>
            <a:xfrm>
              <a:off x="1710360" y="2088360"/>
              <a:ext cx="1732680" cy="179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992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01</a:t>
              </a:r>
              <a:endParaRPr b="0" lang="en-US" sz="992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oogle Shape;564;p 5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630" name="Google Shape;565;p 6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631" name="Google Shape;566;p 6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32" name="Google Shape;567;p 6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33" name="Google Shape;568;p 6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634" name="Google Shape;569;p 6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35" name="Google Shape;570;p 6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636" name="Google Shape;571;p 6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637" name="Google Shape;572;p 6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638" name="Google Shape;573;p 6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39" name="Google Shape;574;p 6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40" name="Google Shape;575;p 6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641" name="Google Shape;576;p 6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2" name="Google Shape;577;p 6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43" name="Google Shape;578;p 6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644" name="Google Shape;579;p 6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5" name="Google Shape;580;p 6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646" name="Google Shape;581;p 6"/>
          <p:cNvSpPr/>
          <p:nvPr/>
        </p:nvSpPr>
        <p:spPr>
          <a:xfrm>
            <a:off x="1109160" y="3700440"/>
            <a:ext cx="1032120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Einsatzgebiet</a:t>
            </a:r>
            <a:endParaRPr b="0" lang="en-US" sz="99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647" name="Google Shape;590;p 6"/>
          <p:cNvGrpSpPr/>
          <p:nvPr/>
        </p:nvGrpSpPr>
        <p:grpSpPr>
          <a:xfrm>
            <a:off x="12237120" y="1508400"/>
            <a:ext cx="4886640" cy="2644200"/>
            <a:chOff x="12237120" y="1508400"/>
            <a:chExt cx="4886640" cy="2644200"/>
          </a:xfrm>
        </p:grpSpPr>
        <p:grpSp>
          <p:nvGrpSpPr>
            <p:cNvPr id="648" name="Google Shape;591;p 6"/>
            <p:cNvGrpSpPr/>
            <p:nvPr/>
          </p:nvGrpSpPr>
          <p:grpSpPr>
            <a:xfrm>
              <a:off x="14454360" y="3627720"/>
              <a:ext cx="2669400" cy="524880"/>
              <a:chOff x="14454360" y="3627720"/>
              <a:chExt cx="2669400" cy="524880"/>
            </a:xfrm>
          </p:grpSpPr>
          <p:sp>
            <p:nvSpPr>
              <p:cNvPr id="649" name="Google Shape;592;p 6"/>
              <p:cNvSpPr/>
              <p:nvPr/>
            </p:nvSpPr>
            <p:spPr>
              <a:xfrm>
                <a:off x="14454360" y="378396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50" name="Google Shape;593;p 6"/>
              <p:cNvSpPr/>
              <p:nvPr/>
            </p:nvSpPr>
            <p:spPr>
              <a:xfrm>
                <a:off x="14454360" y="3627720"/>
                <a:ext cx="26694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51" name="Google Shape;594;p 6"/>
            <p:cNvGrpSpPr/>
            <p:nvPr/>
          </p:nvGrpSpPr>
          <p:grpSpPr>
            <a:xfrm>
              <a:off x="14112720" y="2921760"/>
              <a:ext cx="3011040" cy="524880"/>
              <a:chOff x="14112720" y="2921760"/>
              <a:chExt cx="3011040" cy="524880"/>
            </a:xfrm>
          </p:grpSpPr>
          <p:sp>
            <p:nvSpPr>
              <p:cNvPr id="652" name="Google Shape;595;p 6"/>
              <p:cNvSpPr/>
              <p:nvPr/>
            </p:nvSpPr>
            <p:spPr>
              <a:xfrm>
                <a:off x="14112720" y="307800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3" name="Google Shape;596;p 6"/>
              <p:cNvSpPr/>
              <p:nvPr/>
            </p:nvSpPr>
            <p:spPr>
              <a:xfrm>
                <a:off x="14112720" y="2921760"/>
                <a:ext cx="3011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54" name="Google Shape;597;p 6"/>
            <p:cNvGrpSpPr/>
            <p:nvPr/>
          </p:nvGrpSpPr>
          <p:grpSpPr>
            <a:xfrm>
              <a:off x="13427640" y="1508400"/>
              <a:ext cx="1507680" cy="524880"/>
              <a:chOff x="13427640" y="1508400"/>
              <a:chExt cx="1507680" cy="524880"/>
            </a:xfrm>
          </p:grpSpPr>
          <p:sp>
            <p:nvSpPr>
              <p:cNvPr id="655" name="Google Shape;598;p 6"/>
              <p:cNvSpPr/>
              <p:nvPr/>
            </p:nvSpPr>
            <p:spPr>
              <a:xfrm>
                <a:off x="13427640" y="166464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56" name="Google Shape;599;p 6"/>
              <p:cNvSpPr/>
              <p:nvPr/>
            </p:nvSpPr>
            <p:spPr>
              <a:xfrm>
                <a:off x="13427640" y="1508400"/>
                <a:ext cx="1507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57" name="Google Shape;600;p 6"/>
            <p:cNvGrpSpPr/>
            <p:nvPr/>
          </p:nvGrpSpPr>
          <p:grpSpPr>
            <a:xfrm>
              <a:off x="15284160" y="2215080"/>
              <a:ext cx="1839600" cy="524880"/>
              <a:chOff x="15284160" y="2215080"/>
              <a:chExt cx="1839600" cy="524880"/>
            </a:xfrm>
          </p:grpSpPr>
          <p:sp>
            <p:nvSpPr>
              <p:cNvPr id="658" name="Google Shape;601;p 6"/>
              <p:cNvSpPr/>
              <p:nvPr/>
            </p:nvSpPr>
            <p:spPr>
              <a:xfrm>
                <a:off x="15284160" y="237132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59" name="Google Shape;602;p 6"/>
              <p:cNvSpPr/>
              <p:nvPr/>
            </p:nvSpPr>
            <p:spPr>
              <a:xfrm>
                <a:off x="15284160" y="2215080"/>
                <a:ext cx="18396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60" name="Google Shape;603;p 6"/>
            <p:cNvGrpSpPr/>
            <p:nvPr/>
          </p:nvGrpSpPr>
          <p:grpSpPr>
            <a:xfrm>
              <a:off x="15899040" y="1508400"/>
              <a:ext cx="1224360" cy="524880"/>
              <a:chOff x="15899040" y="1508400"/>
              <a:chExt cx="1224360" cy="524880"/>
            </a:xfrm>
          </p:grpSpPr>
          <p:sp>
            <p:nvSpPr>
              <p:cNvPr id="661" name="Google Shape;604;p 6"/>
              <p:cNvSpPr/>
              <p:nvPr/>
            </p:nvSpPr>
            <p:spPr>
              <a:xfrm>
                <a:off x="15899040" y="166464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62" name="Google Shape;605;p 6"/>
              <p:cNvSpPr/>
              <p:nvPr/>
            </p:nvSpPr>
            <p:spPr>
              <a:xfrm>
                <a:off x="15899040" y="150840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63" name="Google Shape;606;p 6"/>
            <p:cNvGrpSpPr/>
            <p:nvPr/>
          </p:nvGrpSpPr>
          <p:grpSpPr>
            <a:xfrm>
              <a:off x="12755520" y="2921760"/>
              <a:ext cx="1224360" cy="524880"/>
              <a:chOff x="12755520" y="2921760"/>
              <a:chExt cx="1224360" cy="524880"/>
            </a:xfrm>
          </p:grpSpPr>
          <p:sp>
            <p:nvSpPr>
              <p:cNvPr id="664" name="Google Shape;607;p 6"/>
              <p:cNvSpPr/>
              <p:nvPr/>
            </p:nvSpPr>
            <p:spPr>
              <a:xfrm>
                <a:off x="12755520" y="307800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5" name="Google Shape;608;p 6"/>
              <p:cNvSpPr/>
              <p:nvPr/>
            </p:nvSpPr>
            <p:spPr>
              <a:xfrm>
                <a:off x="12755520" y="292176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66" name="Google Shape;609;p 6"/>
            <p:cNvGrpSpPr/>
            <p:nvPr/>
          </p:nvGrpSpPr>
          <p:grpSpPr>
            <a:xfrm>
              <a:off x="13107240" y="3627720"/>
              <a:ext cx="1224360" cy="524880"/>
              <a:chOff x="13107240" y="3627720"/>
              <a:chExt cx="1224360" cy="524880"/>
            </a:xfrm>
          </p:grpSpPr>
          <p:sp>
            <p:nvSpPr>
              <p:cNvPr id="667" name="Google Shape;610;p 6"/>
              <p:cNvSpPr/>
              <p:nvPr/>
            </p:nvSpPr>
            <p:spPr>
              <a:xfrm>
                <a:off x="13107240" y="378396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8" name="Google Shape;611;p 6"/>
              <p:cNvSpPr/>
              <p:nvPr/>
            </p:nvSpPr>
            <p:spPr>
              <a:xfrm>
                <a:off x="13107240" y="36277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69" name="Google Shape;612;p 6"/>
            <p:cNvGrpSpPr/>
            <p:nvPr/>
          </p:nvGrpSpPr>
          <p:grpSpPr>
            <a:xfrm>
              <a:off x="14454360" y="2215080"/>
              <a:ext cx="745920" cy="524880"/>
              <a:chOff x="14454360" y="2215080"/>
              <a:chExt cx="745920" cy="524880"/>
            </a:xfrm>
          </p:grpSpPr>
          <p:sp>
            <p:nvSpPr>
              <p:cNvPr id="670" name="Google Shape;613;p 6"/>
              <p:cNvSpPr/>
              <p:nvPr/>
            </p:nvSpPr>
            <p:spPr>
              <a:xfrm>
                <a:off x="14454360" y="237132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1" name="Google Shape;614;p 6"/>
              <p:cNvSpPr/>
              <p:nvPr/>
            </p:nvSpPr>
            <p:spPr>
              <a:xfrm>
                <a:off x="14454360" y="221508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72" name="Google Shape;615;p 6"/>
            <p:cNvGrpSpPr/>
            <p:nvPr/>
          </p:nvGrpSpPr>
          <p:grpSpPr>
            <a:xfrm>
              <a:off x="12237120" y="3627720"/>
              <a:ext cx="745920" cy="524880"/>
              <a:chOff x="12237120" y="3627720"/>
              <a:chExt cx="745920" cy="524880"/>
            </a:xfrm>
          </p:grpSpPr>
          <p:sp>
            <p:nvSpPr>
              <p:cNvPr id="673" name="Google Shape;616;p 6"/>
              <p:cNvSpPr/>
              <p:nvPr/>
            </p:nvSpPr>
            <p:spPr>
              <a:xfrm>
                <a:off x="12237120" y="378396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74" name="Google Shape;617;p 6"/>
              <p:cNvSpPr/>
              <p:nvPr/>
            </p:nvSpPr>
            <p:spPr>
              <a:xfrm>
                <a:off x="12237120" y="362772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75" name="Google Shape;618;p 6"/>
            <p:cNvGrpSpPr/>
            <p:nvPr/>
          </p:nvGrpSpPr>
          <p:grpSpPr>
            <a:xfrm>
              <a:off x="15042600" y="1508400"/>
              <a:ext cx="745920" cy="524880"/>
              <a:chOff x="15042600" y="1508400"/>
              <a:chExt cx="745920" cy="524880"/>
            </a:xfrm>
          </p:grpSpPr>
          <p:sp>
            <p:nvSpPr>
              <p:cNvPr id="676" name="Google Shape;619;p 6"/>
              <p:cNvSpPr/>
              <p:nvPr/>
            </p:nvSpPr>
            <p:spPr>
              <a:xfrm>
                <a:off x="15042600" y="16646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7" name="Google Shape;620;p 6"/>
              <p:cNvSpPr/>
              <p:nvPr/>
            </p:nvSpPr>
            <p:spPr>
              <a:xfrm>
                <a:off x="15042600" y="150840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678" name="Google Shape;589;p 5"/>
          <p:cNvSpPr/>
          <p:nvPr/>
        </p:nvSpPr>
        <p:spPr>
          <a:xfrm>
            <a:off x="1109160" y="5257800"/>
            <a:ext cx="14316120" cy="34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Module 319, 320, 323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Evtl. auch Modul 320 bei Nutzung von C++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Als Zusatzaufgabe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Zusätzliche Herausforderung für interessierte Schüler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Keine Priorität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</p:txBody>
      </p:sp>
      <p:grpSp>
        <p:nvGrpSpPr>
          <p:cNvPr id="679" name=""/>
          <p:cNvGrpSpPr/>
          <p:nvPr/>
        </p:nvGrpSpPr>
        <p:grpSpPr>
          <a:xfrm>
            <a:off x="1186560" y="1766880"/>
            <a:ext cx="2714040" cy="2121120"/>
            <a:chOff x="1186560" y="1766880"/>
            <a:chExt cx="2714040" cy="2121120"/>
          </a:xfrm>
        </p:grpSpPr>
        <p:grpSp>
          <p:nvGrpSpPr>
            <p:cNvPr id="680" name="Google Shape;511;p12"/>
            <p:cNvGrpSpPr/>
            <p:nvPr/>
          </p:nvGrpSpPr>
          <p:grpSpPr>
            <a:xfrm>
              <a:off x="1186560" y="1766880"/>
              <a:ext cx="2633400" cy="1663200"/>
              <a:chOff x="1186560" y="1766880"/>
              <a:chExt cx="2633400" cy="1663200"/>
            </a:xfrm>
          </p:grpSpPr>
          <p:sp>
            <p:nvSpPr>
              <p:cNvPr id="681" name="Google Shape;512;p12"/>
              <p:cNvSpPr/>
              <p:nvPr/>
            </p:nvSpPr>
            <p:spPr>
              <a:xfrm>
                <a:off x="1186560" y="193392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47029" y="0"/>
                    </a:moveTo>
                    <a:lnTo>
                      <a:pt x="704016" y="0"/>
                    </a:lnTo>
                    <a:cubicBezTo>
                      <a:pt x="729989" y="0"/>
                      <a:pt x="751045" y="21056"/>
                      <a:pt x="751045" y="47029"/>
                    </a:cubicBezTo>
                    <a:lnTo>
                      <a:pt x="751045" y="379711"/>
                    </a:lnTo>
                    <a:cubicBezTo>
                      <a:pt x="751045" y="405685"/>
                      <a:pt x="729989" y="426740"/>
                      <a:pt x="704016" y="426740"/>
                    </a:cubicBezTo>
                    <a:lnTo>
                      <a:pt x="47029" y="426740"/>
                    </a:lnTo>
                    <a:cubicBezTo>
                      <a:pt x="21056" y="426740"/>
                      <a:pt x="0" y="405685"/>
                      <a:pt x="0" y="379711"/>
                    </a:cubicBezTo>
                    <a:lnTo>
                      <a:pt x="0" y="47029"/>
                    </a:lnTo>
                    <a:cubicBezTo>
                      <a:pt x="0" y="21056"/>
                      <a:pt x="21056" y="0"/>
                      <a:pt x="47029" y="0"/>
                    </a:cubicBezTo>
                    <a:close/>
                  </a:path>
                </a:pathLst>
              </a:custGeom>
              <a:solidFill>
                <a:srgbClr val="8c51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82" name="Google Shape;513;p12"/>
              <p:cNvSpPr/>
              <p:nvPr/>
            </p:nvSpPr>
            <p:spPr>
              <a:xfrm>
                <a:off x="1186560" y="176688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83" name="Google Shape;517;p12"/>
            <p:cNvGrpSpPr/>
            <p:nvPr/>
          </p:nvGrpSpPr>
          <p:grpSpPr>
            <a:xfrm>
              <a:off x="1267200" y="2011320"/>
              <a:ext cx="2633400" cy="1663200"/>
              <a:chOff x="1267200" y="2011320"/>
              <a:chExt cx="2633400" cy="1663200"/>
            </a:xfrm>
          </p:grpSpPr>
          <p:sp>
            <p:nvSpPr>
              <p:cNvPr id="684" name="Google Shape;518;p12"/>
              <p:cNvSpPr/>
              <p:nvPr/>
            </p:nvSpPr>
            <p:spPr>
              <a:xfrm>
                <a:off x="1267200" y="217836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52908" y="0"/>
                    </a:moveTo>
                    <a:lnTo>
                      <a:pt x="698137" y="0"/>
                    </a:lnTo>
                    <a:cubicBezTo>
                      <a:pt x="727357" y="0"/>
                      <a:pt x="751045" y="23688"/>
                      <a:pt x="751045" y="52908"/>
                    </a:cubicBezTo>
                    <a:lnTo>
                      <a:pt x="751045" y="373833"/>
                    </a:lnTo>
                    <a:cubicBezTo>
                      <a:pt x="751045" y="403053"/>
                      <a:pt x="727357" y="426740"/>
                      <a:pt x="698137" y="426740"/>
                    </a:cubicBezTo>
                    <a:lnTo>
                      <a:pt x="52908" y="426740"/>
                    </a:lnTo>
                    <a:cubicBezTo>
                      <a:pt x="23688" y="426740"/>
                      <a:pt x="0" y="403053"/>
                      <a:pt x="0" y="373833"/>
                    </a:cubicBezTo>
                    <a:lnTo>
                      <a:pt x="0" y="52908"/>
                    </a:lnTo>
                    <a:cubicBezTo>
                      <a:pt x="0" y="23688"/>
                      <a:pt x="23688" y="0"/>
                      <a:pt x="5290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85" name="Google Shape;519;p12"/>
              <p:cNvSpPr/>
              <p:nvPr/>
            </p:nvSpPr>
            <p:spPr>
              <a:xfrm>
                <a:off x="1267200" y="201132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686" name="Google Shape;521;p12"/>
            <p:cNvSpPr/>
            <p:nvPr/>
          </p:nvSpPr>
          <p:spPr>
            <a:xfrm>
              <a:off x="1717560" y="2088360"/>
              <a:ext cx="1732680" cy="179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992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02</a:t>
              </a:r>
              <a:endParaRPr b="0" lang="en-US" sz="992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" name="Google Shape;564;p 3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688" name="Google Shape;565;p 4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689" name="Google Shape;566;p 4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90" name="Google Shape;567;p 4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91" name="Google Shape;568;p 4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692" name="Google Shape;569;p 4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93" name="Google Shape;570;p 4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694" name="Google Shape;571;p 4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695" name="Google Shape;572;p 4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696" name="Google Shape;573;p 4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97" name="Google Shape;574;p 4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98" name="Google Shape;575;p 4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699" name="Google Shape;576;p 4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0" name="Google Shape;577;p 4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01" name="Google Shape;578;p 4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702" name="Google Shape;579;p 4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3" name="Google Shape;580;p 4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704" name="Google Shape;581;p 4"/>
          <p:cNvSpPr/>
          <p:nvPr/>
        </p:nvSpPr>
        <p:spPr>
          <a:xfrm>
            <a:off x="1109160" y="3700440"/>
            <a:ext cx="1032120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Aufgabe</a:t>
            </a:r>
            <a:endParaRPr b="0" lang="en-US" sz="99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705" name="Google Shape;590;p 4"/>
          <p:cNvGrpSpPr/>
          <p:nvPr/>
        </p:nvGrpSpPr>
        <p:grpSpPr>
          <a:xfrm>
            <a:off x="12237120" y="1508400"/>
            <a:ext cx="4886640" cy="2644200"/>
            <a:chOff x="12237120" y="1508400"/>
            <a:chExt cx="4886640" cy="2644200"/>
          </a:xfrm>
        </p:grpSpPr>
        <p:grpSp>
          <p:nvGrpSpPr>
            <p:cNvPr id="706" name="Google Shape;591;p 4"/>
            <p:cNvGrpSpPr/>
            <p:nvPr/>
          </p:nvGrpSpPr>
          <p:grpSpPr>
            <a:xfrm>
              <a:off x="14454360" y="3627720"/>
              <a:ext cx="2669400" cy="524880"/>
              <a:chOff x="14454360" y="3627720"/>
              <a:chExt cx="2669400" cy="524880"/>
            </a:xfrm>
          </p:grpSpPr>
          <p:sp>
            <p:nvSpPr>
              <p:cNvPr id="707" name="Google Shape;592;p 4"/>
              <p:cNvSpPr/>
              <p:nvPr/>
            </p:nvSpPr>
            <p:spPr>
              <a:xfrm>
                <a:off x="14454360" y="378396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08" name="Google Shape;593;p 4"/>
              <p:cNvSpPr/>
              <p:nvPr/>
            </p:nvSpPr>
            <p:spPr>
              <a:xfrm>
                <a:off x="14454360" y="3627720"/>
                <a:ext cx="26694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09" name="Google Shape;594;p 4"/>
            <p:cNvGrpSpPr/>
            <p:nvPr/>
          </p:nvGrpSpPr>
          <p:grpSpPr>
            <a:xfrm>
              <a:off x="14112720" y="2921760"/>
              <a:ext cx="3011040" cy="524880"/>
              <a:chOff x="14112720" y="2921760"/>
              <a:chExt cx="3011040" cy="524880"/>
            </a:xfrm>
          </p:grpSpPr>
          <p:sp>
            <p:nvSpPr>
              <p:cNvPr id="710" name="Google Shape;595;p 4"/>
              <p:cNvSpPr/>
              <p:nvPr/>
            </p:nvSpPr>
            <p:spPr>
              <a:xfrm>
                <a:off x="14112720" y="307800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1" name="Google Shape;596;p 4"/>
              <p:cNvSpPr/>
              <p:nvPr/>
            </p:nvSpPr>
            <p:spPr>
              <a:xfrm>
                <a:off x="14112720" y="2921760"/>
                <a:ext cx="3011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12" name="Google Shape;597;p 4"/>
            <p:cNvGrpSpPr/>
            <p:nvPr/>
          </p:nvGrpSpPr>
          <p:grpSpPr>
            <a:xfrm>
              <a:off x="13427640" y="1508400"/>
              <a:ext cx="1507680" cy="524880"/>
              <a:chOff x="13427640" y="1508400"/>
              <a:chExt cx="1507680" cy="524880"/>
            </a:xfrm>
          </p:grpSpPr>
          <p:sp>
            <p:nvSpPr>
              <p:cNvPr id="713" name="Google Shape;598;p 4"/>
              <p:cNvSpPr/>
              <p:nvPr/>
            </p:nvSpPr>
            <p:spPr>
              <a:xfrm>
                <a:off x="13427640" y="166464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14" name="Google Shape;599;p 4"/>
              <p:cNvSpPr/>
              <p:nvPr/>
            </p:nvSpPr>
            <p:spPr>
              <a:xfrm>
                <a:off x="13427640" y="1508400"/>
                <a:ext cx="1507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15" name="Google Shape;600;p 4"/>
            <p:cNvGrpSpPr/>
            <p:nvPr/>
          </p:nvGrpSpPr>
          <p:grpSpPr>
            <a:xfrm>
              <a:off x="15284160" y="2215080"/>
              <a:ext cx="1839600" cy="524880"/>
              <a:chOff x="15284160" y="2215080"/>
              <a:chExt cx="1839600" cy="524880"/>
            </a:xfrm>
          </p:grpSpPr>
          <p:sp>
            <p:nvSpPr>
              <p:cNvPr id="716" name="Google Shape;601;p 4"/>
              <p:cNvSpPr/>
              <p:nvPr/>
            </p:nvSpPr>
            <p:spPr>
              <a:xfrm>
                <a:off x="15284160" y="237132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17" name="Google Shape;602;p 4"/>
              <p:cNvSpPr/>
              <p:nvPr/>
            </p:nvSpPr>
            <p:spPr>
              <a:xfrm>
                <a:off x="15284160" y="2215080"/>
                <a:ext cx="18396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18" name="Google Shape;603;p 4"/>
            <p:cNvGrpSpPr/>
            <p:nvPr/>
          </p:nvGrpSpPr>
          <p:grpSpPr>
            <a:xfrm>
              <a:off x="15899040" y="1508400"/>
              <a:ext cx="1224360" cy="524880"/>
              <a:chOff x="15899040" y="1508400"/>
              <a:chExt cx="1224360" cy="524880"/>
            </a:xfrm>
          </p:grpSpPr>
          <p:sp>
            <p:nvSpPr>
              <p:cNvPr id="719" name="Google Shape;604;p 4"/>
              <p:cNvSpPr/>
              <p:nvPr/>
            </p:nvSpPr>
            <p:spPr>
              <a:xfrm>
                <a:off x="15899040" y="166464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20" name="Google Shape;605;p 4"/>
              <p:cNvSpPr/>
              <p:nvPr/>
            </p:nvSpPr>
            <p:spPr>
              <a:xfrm>
                <a:off x="15899040" y="150840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21" name="Google Shape;606;p 4"/>
            <p:cNvGrpSpPr/>
            <p:nvPr/>
          </p:nvGrpSpPr>
          <p:grpSpPr>
            <a:xfrm>
              <a:off x="12755520" y="2921760"/>
              <a:ext cx="1224360" cy="524880"/>
              <a:chOff x="12755520" y="2921760"/>
              <a:chExt cx="1224360" cy="524880"/>
            </a:xfrm>
          </p:grpSpPr>
          <p:sp>
            <p:nvSpPr>
              <p:cNvPr id="722" name="Google Shape;607;p 4"/>
              <p:cNvSpPr/>
              <p:nvPr/>
            </p:nvSpPr>
            <p:spPr>
              <a:xfrm>
                <a:off x="12755520" y="307800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3" name="Google Shape;608;p 4"/>
              <p:cNvSpPr/>
              <p:nvPr/>
            </p:nvSpPr>
            <p:spPr>
              <a:xfrm>
                <a:off x="12755520" y="292176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24" name="Google Shape;609;p 4"/>
            <p:cNvGrpSpPr/>
            <p:nvPr/>
          </p:nvGrpSpPr>
          <p:grpSpPr>
            <a:xfrm>
              <a:off x="13107240" y="3627720"/>
              <a:ext cx="1224360" cy="524880"/>
              <a:chOff x="13107240" y="3627720"/>
              <a:chExt cx="1224360" cy="524880"/>
            </a:xfrm>
          </p:grpSpPr>
          <p:sp>
            <p:nvSpPr>
              <p:cNvPr id="725" name="Google Shape;610;p 4"/>
              <p:cNvSpPr/>
              <p:nvPr/>
            </p:nvSpPr>
            <p:spPr>
              <a:xfrm>
                <a:off x="13107240" y="378396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6" name="Google Shape;611;p 4"/>
              <p:cNvSpPr/>
              <p:nvPr/>
            </p:nvSpPr>
            <p:spPr>
              <a:xfrm>
                <a:off x="13107240" y="36277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27" name="Google Shape;612;p 4"/>
            <p:cNvGrpSpPr/>
            <p:nvPr/>
          </p:nvGrpSpPr>
          <p:grpSpPr>
            <a:xfrm>
              <a:off x="14454360" y="2215080"/>
              <a:ext cx="745920" cy="524880"/>
              <a:chOff x="14454360" y="2215080"/>
              <a:chExt cx="745920" cy="524880"/>
            </a:xfrm>
          </p:grpSpPr>
          <p:sp>
            <p:nvSpPr>
              <p:cNvPr id="728" name="Google Shape;613;p 4"/>
              <p:cNvSpPr/>
              <p:nvPr/>
            </p:nvSpPr>
            <p:spPr>
              <a:xfrm>
                <a:off x="14454360" y="237132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9" name="Google Shape;614;p 4"/>
              <p:cNvSpPr/>
              <p:nvPr/>
            </p:nvSpPr>
            <p:spPr>
              <a:xfrm>
                <a:off x="14454360" y="221508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30" name="Google Shape;615;p 4"/>
            <p:cNvGrpSpPr/>
            <p:nvPr/>
          </p:nvGrpSpPr>
          <p:grpSpPr>
            <a:xfrm>
              <a:off x="12237120" y="3627720"/>
              <a:ext cx="745920" cy="524880"/>
              <a:chOff x="12237120" y="3627720"/>
              <a:chExt cx="745920" cy="524880"/>
            </a:xfrm>
          </p:grpSpPr>
          <p:sp>
            <p:nvSpPr>
              <p:cNvPr id="731" name="Google Shape;616;p 4"/>
              <p:cNvSpPr/>
              <p:nvPr/>
            </p:nvSpPr>
            <p:spPr>
              <a:xfrm>
                <a:off x="12237120" y="378396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32" name="Google Shape;617;p 4"/>
              <p:cNvSpPr/>
              <p:nvPr/>
            </p:nvSpPr>
            <p:spPr>
              <a:xfrm>
                <a:off x="12237120" y="362772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33" name="Google Shape;618;p 4"/>
            <p:cNvGrpSpPr/>
            <p:nvPr/>
          </p:nvGrpSpPr>
          <p:grpSpPr>
            <a:xfrm>
              <a:off x="15042600" y="1508400"/>
              <a:ext cx="745920" cy="524880"/>
              <a:chOff x="15042600" y="1508400"/>
              <a:chExt cx="745920" cy="524880"/>
            </a:xfrm>
          </p:grpSpPr>
          <p:sp>
            <p:nvSpPr>
              <p:cNvPr id="734" name="Google Shape;619;p 4"/>
              <p:cNvSpPr/>
              <p:nvPr/>
            </p:nvSpPr>
            <p:spPr>
              <a:xfrm>
                <a:off x="15042600" y="16646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5" name="Google Shape;620;p 4"/>
              <p:cNvSpPr/>
              <p:nvPr/>
            </p:nvSpPr>
            <p:spPr>
              <a:xfrm>
                <a:off x="15042600" y="150840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grpSp>
        <p:nvGrpSpPr>
          <p:cNvPr id="736" name=""/>
          <p:cNvGrpSpPr/>
          <p:nvPr/>
        </p:nvGrpSpPr>
        <p:grpSpPr>
          <a:xfrm>
            <a:off x="1172160" y="1766880"/>
            <a:ext cx="2714040" cy="2121120"/>
            <a:chOff x="1172160" y="1766880"/>
            <a:chExt cx="2714040" cy="2121120"/>
          </a:xfrm>
        </p:grpSpPr>
        <p:grpSp>
          <p:nvGrpSpPr>
            <p:cNvPr id="737" name="Google Shape;511;p12"/>
            <p:cNvGrpSpPr/>
            <p:nvPr/>
          </p:nvGrpSpPr>
          <p:grpSpPr>
            <a:xfrm>
              <a:off x="1172160" y="1766880"/>
              <a:ext cx="2633400" cy="1663200"/>
              <a:chOff x="1172160" y="1766880"/>
              <a:chExt cx="2633400" cy="1663200"/>
            </a:xfrm>
          </p:grpSpPr>
          <p:sp>
            <p:nvSpPr>
              <p:cNvPr id="738" name="Google Shape;512;p12"/>
              <p:cNvSpPr/>
              <p:nvPr/>
            </p:nvSpPr>
            <p:spPr>
              <a:xfrm>
                <a:off x="1172160" y="193392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47029" y="0"/>
                    </a:moveTo>
                    <a:lnTo>
                      <a:pt x="704016" y="0"/>
                    </a:lnTo>
                    <a:cubicBezTo>
                      <a:pt x="729989" y="0"/>
                      <a:pt x="751045" y="21056"/>
                      <a:pt x="751045" y="47029"/>
                    </a:cubicBezTo>
                    <a:lnTo>
                      <a:pt x="751045" y="379711"/>
                    </a:lnTo>
                    <a:cubicBezTo>
                      <a:pt x="751045" y="405685"/>
                      <a:pt x="729989" y="426740"/>
                      <a:pt x="704016" y="426740"/>
                    </a:cubicBezTo>
                    <a:lnTo>
                      <a:pt x="47029" y="426740"/>
                    </a:lnTo>
                    <a:cubicBezTo>
                      <a:pt x="21056" y="426740"/>
                      <a:pt x="0" y="405685"/>
                      <a:pt x="0" y="379711"/>
                    </a:cubicBezTo>
                    <a:lnTo>
                      <a:pt x="0" y="47029"/>
                    </a:lnTo>
                    <a:cubicBezTo>
                      <a:pt x="0" y="21056"/>
                      <a:pt x="21056" y="0"/>
                      <a:pt x="47029" y="0"/>
                    </a:cubicBezTo>
                    <a:close/>
                  </a:path>
                </a:pathLst>
              </a:custGeom>
              <a:solidFill>
                <a:srgbClr val="7dd95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9" name="Google Shape;513;p12"/>
              <p:cNvSpPr/>
              <p:nvPr/>
            </p:nvSpPr>
            <p:spPr>
              <a:xfrm>
                <a:off x="1172160" y="176688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40" name="Google Shape;517;p12"/>
            <p:cNvGrpSpPr/>
            <p:nvPr/>
          </p:nvGrpSpPr>
          <p:grpSpPr>
            <a:xfrm>
              <a:off x="1252800" y="2011320"/>
              <a:ext cx="2633400" cy="1663200"/>
              <a:chOff x="1252800" y="2011320"/>
              <a:chExt cx="2633400" cy="1663200"/>
            </a:xfrm>
          </p:grpSpPr>
          <p:sp>
            <p:nvSpPr>
              <p:cNvPr id="741" name="Google Shape;518;p12"/>
              <p:cNvSpPr/>
              <p:nvPr/>
            </p:nvSpPr>
            <p:spPr>
              <a:xfrm>
                <a:off x="1252800" y="217836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52908" y="0"/>
                    </a:moveTo>
                    <a:lnTo>
                      <a:pt x="698137" y="0"/>
                    </a:lnTo>
                    <a:cubicBezTo>
                      <a:pt x="727357" y="0"/>
                      <a:pt x="751045" y="23688"/>
                      <a:pt x="751045" y="52908"/>
                    </a:cubicBezTo>
                    <a:lnTo>
                      <a:pt x="751045" y="373833"/>
                    </a:lnTo>
                    <a:cubicBezTo>
                      <a:pt x="751045" y="403053"/>
                      <a:pt x="727357" y="426740"/>
                      <a:pt x="698137" y="426740"/>
                    </a:cubicBezTo>
                    <a:lnTo>
                      <a:pt x="52908" y="426740"/>
                    </a:lnTo>
                    <a:cubicBezTo>
                      <a:pt x="23688" y="426740"/>
                      <a:pt x="0" y="403053"/>
                      <a:pt x="0" y="373833"/>
                    </a:cubicBezTo>
                    <a:lnTo>
                      <a:pt x="0" y="52908"/>
                    </a:lnTo>
                    <a:cubicBezTo>
                      <a:pt x="0" y="23688"/>
                      <a:pt x="23688" y="0"/>
                      <a:pt x="5290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42" name="Google Shape;519;p12"/>
              <p:cNvSpPr/>
              <p:nvPr/>
            </p:nvSpPr>
            <p:spPr>
              <a:xfrm>
                <a:off x="1252800" y="201132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743" name="Google Shape;521;p12"/>
            <p:cNvSpPr/>
            <p:nvPr/>
          </p:nvSpPr>
          <p:spPr>
            <a:xfrm>
              <a:off x="1703160" y="2088360"/>
              <a:ext cx="1732680" cy="179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992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03</a:t>
              </a:r>
              <a:endParaRPr b="0" lang="en-US" sz="992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744" name="Google Shape;589;p 4"/>
          <p:cNvSpPr/>
          <p:nvPr/>
        </p:nvSpPr>
        <p:spPr>
          <a:xfrm>
            <a:off x="1033920" y="5258160"/>
            <a:ext cx="1473948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Nutzung einer API zur Integration von ZFB-Funktionen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Implementierung eines Pong-Spiels mithilfe von API-Kommandos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Vermittlung grundlegender Konzepte der Programmiersprache C (ohne vollständige Einführung)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Möglichkeit zur vertieften Analyse der Engine-Architektur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für fortgeschrittene Schüler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564;p13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746" name="Google Shape;565;p13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747" name="Google Shape;566;p13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48" name="Google Shape;567;p13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49" name="Google Shape;568;p13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750" name="Google Shape;569;p13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51" name="Google Shape;570;p13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752" name="Google Shape;571;p13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753" name="Google Shape;572;p13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754" name="Google Shape;573;p13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55" name="Google Shape;574;p13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56" name="Google Shape;575;p13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757" name="Google Shape;576;p13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8" name="Google Shape;577;p13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59" name="Google Shape;578;p13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760" name="Google Shape;579;p13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1" name="Google Shape;580;p13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762" name="Google Shape;581;p13"/>
          <p:cNvSpPr/>
          <p:nvPr/>
        </p:nvSpPr>
        <p:spPr>
          <a:xfrm>
            <a:off x="1109160" y="3700440"/>
            <a:ext cx="1032120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ZFB Intro</a:t>
            </a:r>
            <a:endParaRPr b="0" lang="en-US" sz="99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63" name="Google Shape;589;p13"/>
          <p:cNvSpPr/>
          <p:nvPr/>
        </p:nvSpPr>
        <p:spPr>
          <a:xfrm>
            <a:off x="1109160" y="5257800"/>
            <a:ext cx="14316120" cy="41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ourir"/>
                <a:ea typeface="Calibri"/>
              </a:rPr>
              <a:t>Game Engine basierend auf dem Framebuffer eines Kernels</a:t>
            </a:r>
            <a:endParaRPr b="0" lang="en-US" sz="3600" strike="noStrike" u="none">
              <a:solidFill>
                <a:srgbClr val="ffffff"/>
              </a:solidFill>
              <a:uFillTx/>
              <a:latin typeface="Courier New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ourir"/>
                <a:ea typeface="Calibri"/>
              </a:rPr>
              <a:t>Höchste Effizienz und Performance durch direkte Hardware-Ansteuerung</a:t>
            </a:r>
            <a:endParaRPr b="0" lang="en-US" sz="3600" strike="noStrike" u="none">
              <a:solidFill>
                <a:srgbClr val="ffffff"/>
              </a:solidFill>
              <a:uFillTx/>
              <a:latin typeface="Courier New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ourir"/>
                <a:ea typeface="Calibri"/>
              </a:rPr>
              <a:t>Implementierung in der Programmiersprache C für maximale Kontrolle und Optimierung</a:t>
            </a:r>
            <a:endParaRPr b="0" lang="en-US" sz="3600" strike="noStrike" u="none">
              <a:solidFill>
                <a:srgbClr val="ffffff"/>
              </a:solidFill>
              <a:uFillTx/>
              <a:latin typeface="Courier New"/>
            </a:endParaRPr>
          </a:p>
        </p:txBody>
      </p:sp>
      <p:grpSp>
        <p:nvGrpSpPr>
          <p:cNvPr id="764" name="Google Shape;590;p13"/>
          <p:cNvGrpSpPr/>
          <p:nvPr/>
        </p:nvGrpSpPr>
        <p:grpSpPr>
          <a:xfrm>
            <a:off x="12237120" y="1508400"/>
            <a:ext cx="4886640" cy="2644200"/>
            <a:chOff x="12237120" y="1508400"/>
            <a:chExt cx="4886640" cy="2644200"/>
          </a:xfrm>
        </p:grpSpPr>
        <p:grpSp>
          <p:nvGrpSpPr>
            <p:cNvPr id="765" name="Google Shape;591;p13"/>
            <p:cNvGrpSpPr/>
            <p:nvPr/>
          </p:nvGrpSpPr>
          <p:grpSpPr>
            <a:xfrm>
              <a:off x="14454360" y="3627720"/>
              <a:ext cx="2669400" cy="524880"/>
              <a:chOff x="14454360" y="3627720"/>
              <a:chExt cx="2669400" cy="524880"/>
            </a:xfrm>
          </p:grpSpPr>
          <p:sp>
            <p:nvSpPr>
              <p:cNvPr id="766" name="Google Shape;592;p13"/>
              <p:cNvSpPr/>
              <p:nvPr/>
            </p:nvSpPr>
            <p:spPr>
              <a:xfrm>
                <a:off x="14454360" y="378396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67" name="Google Shape;593;p13"/>
              <p:cNvSpPr/>
              <p:nvPr/>
            </p:nvSpPr>
            <p:spPr>
              <a:xfrm>
                <a:off x="14454360" y="3627720"/>
                <a:ext cx="26694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68" name="Google Shape;594;p13"/>
            <p:cNvGrpSpPr/>
            <p:nvPr/>
          </p:nvGrpSpPr>
          <p:grpSpPr>
            <a:xfrm>
              <a:off x="14112720" y="2921760"/>
              <a:ext cx="3011040" cy="524880"/>
              <a:chOff x="14112720" y="2921760"/>
              <a:chExt cx="3011040" cy="524880"/>
            </a:xfrm>
          </p:grpSpPr>
          <p:sp>
            <p:nvSpPr>
              <p:cNvPr id="769" name="Google Shape;595;p13"/>
              <p:cNvSpPr/>
              <p:nvPr/>
            </p:nvSpPr>
            <p:spPr>
              <a:xfrm>
                <a:off x="14112720" y="307800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70" name="Google Shape;596;p13"/>
              <p:cNvSpPr/>
              <p:nvPr/>
            </p:nvSpPr>
            <p:spPr>
              <a:xfrm>
                <a:off x="14112720" y="2921760"/>
                <a:ext cx="3011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71" name="Google Shape;597;p13"/>
            <p:cNvGrpSpPr/>
            <p:nvPr/>
          </p:nvGrpSpPr>
          <p:grpSpPr>
            <a:xfrm>
              <a:off x="13427640" y="1508400"/>
              <a:ext cx="1507680" cy="524880"/>
              <a:chOff x="13427640" y="1508400"/>
              <a:chExt cx="1507680" cy="524880"/>
            </a:xfrm>
          </p:grpSpPr>
          <p:sp>
            <p:nvSpPr>
              <p:cNvPr id="772" name="Google Shape;598;p13"/>
              <p:cNvSpPr/>
              <p:nvPr/>
            </p:nvSpPr>
            <p:spPr>
              <a:xfrm>
                <a:off x="13427640" y="166464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73" name="Google Shape;599;p13"/>
              <p:cNvSpPr/>
              <p:nvPr/>
            </p:nvSpPr>
            <p:spPr>
              <a:xfrm>
                <a:off x="13427640" y="1508400"/>
                <a:ext cx="1507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74" name="Google Shape;600;p13"/>
            <p:cNvGrpSpPr/>
            <p:nvPr/>
          </p:nvGrpSpPr>
          <p:grpSpPr>
            <a:xfrm>
              <a:off x="15284160" y="2215080"/>
              <a:ext cx="1839600" cy="524880"/>
              <a:chOff x="15284160" y="2215080"/>
              <a:chExt cx="1839600" cy="524880"/>
            </a:xfrm>
          </p:grpSpPr>
          <p:sp>
            <p:nvSpPr>
              <p:cNvPr id="775" name="Google Shape;601;p13"/>
              <p:cNvSpPr/>
              <p:nvPr/>
            </p:nvSpPr>
            <p:spPr>
              <a:xfrm>
                <a:off x="15284160" y="237132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76" name="Google Shape;602;p13"/>
              <p:cNvSpPr/>
              <p:nvPr/>
            </p:nvSpPr>
            <p:spPr>
              <a:xfrm>
                <a:off x="15284160" y="2215080"/>
                <a:ext cx="18396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77" name="Google Shape;603;p13"/>
            <p:cNvGrpSpPr/>
            <p:nvPr/>
          </p:nvGrpSpPr>
          <p:grpSpPr>
            <a:xfrm>
              <a:off x="15899040" y="1508400"/>
              <a:ext cx="1224360" cy="524880"/>
              <a:chOff x="15899040" y="1508400"/>
              <a:chExt cx="1224360" cy="524880"/>
            </a:xfrm>
          </p:grpSpPr>
          <p:sp>
            <p:nvSpPr>
              <p:cNvPr id="778" name="Google Shape;604;p13"/>
              <p:cNvSpPr/>
              <p:nvPr/>
            </p:nvSpPr>
            <p:spPr>
              <a:xfrm>
                <a:off x="15899040" y="166464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79" name="Google Shape;605;p13"/>
              <p:cNvSpPr/>
              <p:nvPr/>
            </p:nvSpPr>
            <p:spPr>
              <a:xfrm>
                <a:off x="15899040" y="150840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80" name="Google Shape;606;p13"/>
            <p:cNvGrpSpPr/>
            <p:nvPr/>
          </p:nvGrpSpPr>
          <p:grpSpPr>
            <a:xfrm>
              <a:off x="12755520" y="2921760"/>
              <a:ext cx="1224360" cy="524880"/>
              <a:chOff x="12755520" y="2921760"/>
              <a:chExt cx="1224360" cy="524880"/>
            </a:xfrm>
          </p:grpSpPr>
          <p:sp>
            <p:nvSpPr>
              <p:cNvPr id="781" name="Google Shape;607;p13"/>
              <p:cNvSpPr/>
              <p:nvPr/>
            </p:nvSpPr>
            <p:spPr>
              <a:xfrm>
                <a:off x="12755520" y="307800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2" name="Google Shape;608;p13"/>
              <p:cNvSpPr/>
              <p:nvPr/>
            </p:nvSpPr>
            <p:spPr>
              <a:xfrm>
                <a:off x="12755520" y="292176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83" name="Google Shape;609;p13"/>
            <p:cNvGrpSpPr/>
            <p:nvPr/>
          </p:nvGrpSpPr>
          <p:grpSpPr>
            <a:xfrm>
              <a:off x="13107240" y="3627720"/>
              <a:ext cx="1224360" cy="524880"/>
              <a:chOff x="13107240" y="3627720"/>
              <a:chExt cx="1224360" cy="524880"/>
            </a:xfrm>
          </p:grpSpPr>
          <p:sp>
            <p:nvSpPr>
              <p:cNvPr id="784" name="Google Shape;610;p13"/>
              <p:cNvSpPr/>
              <p:nvPr/>
            </p:nvSpPr>
            <p:spPr>
              <a:xfrm>
                <a:off x="13107240" y="378396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5" name="Google Shape;611;p13"/>
              <p:cNvSpPr/>
              <p:nvPr/>
            </p:nvSpPr>
            <p:spPr>
              <a:xfrm>
                <a:off x="13107240" y="36277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86" name="Google Shape;612;p13"/>
            <p:cNvGrpSpPr/>
            <p:nvPr/>
          </p:nvGrpSpPr>
          <p:grpSpPr>
            <a:xfrm>
              <a:off x="14454360" y="2215080"/>
              <a:ext cx="745920" cy="524880"/>
              <a:chOff x="14454360" y="2215080"/>
              <a:chExt cx="745920" cy="524880"/>
            </a:xfrm>
          </p:grpSpPr>
          <p:sp>
            <p:nvSpPr>
              <p:cNvPr id="787" name="Google Shape;613;p13"/>
              <p:cNvSpPr/>
              <p:nvPr/>
            </p:nvSpPr>
            <p:spPr>
              <a:xfrm>
                <a:off x="14454360" y="237132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8" name="Google Shape;614;p13"/>
              <p:cNvSpPr/>
              <p:nvPr/>
            </p:nvSpPr>
            <p:spPr>
              <a:xfrm>
                <a:off x="14454360" y="221508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89" name="Google Shape;615;p13"/>
            <p:cNvGrpSpPr/>
            <p:nvPr/>
          </p:nvGrpSpPr>
          <p:grpSpPr>
            <a:xfrm>
              <a:off x="12237120" y="3627720"/>
              <a:ext cx="745920" cy="524880"/>
              <a:chOff x="12237120" y="3627720"/>
              <a:chExt cx="745920" cy="524880"/>
            </a:xfrm>
          </p:grpSpPr>
          <p:sp>
            <p:nvSpPr>
              <p:cNvPr id="790" name="Google Shape;616;p13"/>
              <p:cNvSpPr/>
              <p:nvPr/>
            </p:nvSpPr>
            <p:spPr>
              <a:xfrm>
                <a:off x="12237120" y="378396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91" name="Google Shape;617;p13"/>
              <p:cNvSpPr/>
              <p:nvPr/>
            </p:nvSpPr>
            <p:spPr>
              <a:xfrm>
                <a:off x="12237120" y="362772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92" name="Google Shape;618;p13"/>
            <p:cNvGrpSpPr/>
            <p:nvPr/>
          </p:nvGrpSpPr>
          <p:grpSpPr>
            <a:xfrm>
              <a:off x="15042600" y="1508400"/>
              <a:ext cx="745920" cy="524880"/>
              <a:chOff x="15042600" y="1508400"/>
              <a:chExt cx="745920" cy="524880"/>
            </a:xfrm>
          </p:grpSpPr>
          <p:sp>
            <p:nvSpPr>
              <p:cNvPr id="793" name="Google Shape;619;p13"/>
              <p:cNvSpPr/>
              <p:nvPr/>
            </p:nvSpPr>
            <p:spPr>
              <a:xfrm>
                <a:off x="15042600" y="16646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4" name="Google Shape;620;p13"/>
              <p:cNvSpPr/>
              <p:nvPr/>
            </p:nvSpPr>
            <p:spPr>
              <a:xfrm>
                <a:off x="15042600" y="150840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grpSp>
        <p:nvGrpSpPr>
          <p:cNvPr id="795" name=""/>
          <p:cNvGrpSpPr/>
          <p:nvPr/>
        </p:nvGrpSpPr>
        <p:grpSpPr>
          <a:xfrm>
            <a:off x="1179360" y="1766880"/>
            <a:ext cx="2714040" cy="2121120"/>
            <a:chOff x="1179360" y="1766880"/>
            <a:chExt cx="2714040" cy="2121120"/>
          </a:xfrm>
        </p:grpSpPr>
        <p:grpSp>
          <p:nvGrpSpPr>
            <p:cNvPr id="796" name="Google Shape;511;p12"/>
            <p:cNvGrpSpPr/>
            <p:nvPr/>
          </p:nvGrpSpPr>
          <p:grpSpPr>
            <a:xfrm>
              <a:off x="1179360" y="1766880"/>
              <a:ext cx="2633400" cy="1663200"/>
              <a:chOff x="1179360" y="1766880"/>
              <a:chExt cx="2633400" cy="1663200"/>
            </a:xfrm>
          </p:grpSpPr>
          <p:sp>
            <p:nvSpPr>
              <p:cNvPr id="797" name="Google Shape;512;p12"/>
              <p:cNvSpPr/>
              <p:nvPr/>
            </p:nvSpPr>
            <p:spPr>
              <a:xfrm>
                <a:off x="1179360" y="193392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47029" y="0"/>
                    </a:moveTo>
                    <a:lnTo>
                      <a:pt x="704016" y="0"/>
                    </a:lnTo>
                    <a:cubicBezTo>
                      <a:pt x="729989" y="0"/>
                      <a:pt x="751045" y="21056"/>
                      <a:pt x="751045" y="47029"/>
                    </a:cubicBezTo>
                    <a:lnTo>
                      <a:pt x="751045" y="379711"/>
                    </a:lnTo>
                    <a:cubicBezTo>
                      <a:pt x="751045" y="405685"/>
                      <a:pt x="729989" y="426740"/>
                      <a:pt x="704016" y="426740"/>
                    </a:cubicBezTo>
                    <a:lnTo>
                      <a:pt x="47029" y="426740"/>
                    </a:lnTo>
                    <a:cubicBezTo>
                      <a:pt x="21056" y="426740"/>
                      <a:pt x="0" y="405685"/>
                      <a:pt x="0" y="379711"/>
                    </a:cubicBezTo>
                    <a:lnTo>
                      <a:pt x="0" y="47029"/>
                    </a:lnTo>
                    <a:cubicBezTo>
                      <a:pt x="0" y="21056"/>
                      <a:pt x="21056" y="0"/>
                      <a:pt x="47029" y="0"/>
                    </a:cubicBezTo>
                    <a:close/>
                  </a:path>
                </a:pathLst>
              </a:custGeom>
              <a:solidFill>
                <a:srgbClr val="feff3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8" name="Google Shape;513;p12"/>
              <p:cNvSpPr/>
              <p:nvPr/>
            </p:nvSpPr>
            <p:spPr>
              <a:xfrm>
                <a:off x="1179360" y="176688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99" name="Google Shape;517;p12"/>
            <p:cNvGrpSpPr/>
            <p:nvPr/>
          </p:nvGrpSpPr>
          <p:grpSpPr>
            <a:xfrm>
              <a:off x="1260000" y="2011320"/>
              <a:ext cx="2633400" cy="1663200"/>
              <a:chOff x="1260000" y="2011320"/>
              <a:chExt cx="2633400" cy="1663200"/>
            </a:xfrm>
          </p:grpSpPr>
          <p:sp>
            <p:nvSpPr>
              <p:cNvPr id="800" name="Google Shape;518;p12"/>
              <p:cNvSpPr/>
              <p:nvPr/>
            </p:nvSpPr>
            <p:spPr>
              <a:xfrm>
                <a:off x="1260000" y="217836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52908" y="0"/>
                    </a:moveTo>
                    <a:lnTo>
                      <a:pt x="698137" y="0"/>
                    </a:lnTo>
                    <a:cubicBezTo>
                      <a:pt x="727357" y="0"/>
                      <a:pt x="751045" y="23688"/>
                      <a:pt x="751045" y="52908"/>
                    </a:cubicBezTo>
                    <a:lnTo>
                      <a:pt x="751045" y="373833"/>
                    </a:lnTo>
                    <a:cubicBezTo>
                      <a:pt x="751045" y="403053"/>
                      <a:pt x="727357" y="426740"/>
                      <a:pt x="698137" y="426740"/>
                    </a:cubicBezTo>
                    <a:lnTo>
                      <a:pt x="52908" y="426740"/>
                    </a:lnTo>
                    <a:cubicBezTo>
                      <a:pt x="23688" y="426740"/>
                      <a:pt x="0" y="403053"/>
                      <a:pt x="0" y="373833"/>
                    </a:cubicBezTo>
                    <a:lnTo>
                      <a:pt x="0" y="52908"/>
                    </a:lnTo>
                    <a:cubicBezTo>
                      <a:pt x="0" y="23688"/>
                      <a:pt x="23688" y="0"/>
                      <a:pt x="5290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01" name="Google Shape;519;p12"/>
              <p:cNvSpPr/>
              <p:nvPr/>
            </p:nvSpPr>
            <p:spPr>
              <a:xfrm>
                <a:off x="1260000" y="201132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802" name="Google Shape;521;p12"/>
            <p:cNvSpPr/>
            <p:nvPr/>
          </p:nvSpPr>
          <p:spPr>
            <a:xfrm>
              <a:off x="1710360" y="2088360"/>
              <a:ext cx="1732680" cy="179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992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04</a:t>
              </a:r>
              <a:endParaRPr b="0" lang="en-US" sz="992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" name="Google Shape;564;p 1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804" name="Google Shape;565;p 2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805" name="Google Shape;566;p 2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06" name="Google Shape;567;p 2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07" name="Google Shape;568;p 2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808" name="Google Shape;569;p 2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09" name="Google Shape;570;p 2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810" name="Google Shape;571;p 2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811" name="Google Shape;572;p 2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812" name="Google Shape;573;p 2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13" name="Google Shape;574;p 2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14" name="Google Shape;575;p 2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815" name="Google Shape;576;p 2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6" name="Google Shape;577;p 2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17" name="Google Shape;578;p 2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818" name="Google Shape;579;p 2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9" name="Google Shape;580;p 2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820" name="Google Shape;581;p 2"/>
          <p:cNvSpPr/>
          <p:nvPr/>
        </p:nvSpPr>
        <p:spPr>
          <a:xfrm>
            <a:off x="1109160" y="3700440"/>
            <a:ext cx="1032120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Wieso Pong?</a:t>
            </a:r>
            <a:endParaRPr b="0" lang="en-US" sz="99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821" name="Google Shape;590;p 2"/>
          <p:cNvGrpSpPr/>
          <p:nvPr/>
        </p:nvGrpSpPr>
        <p:grpSpPr>
          <a:xfrm>
            <a:off x="12237120" y="1508400"/>
            <a:ext cx="4886640" cy="2644200"/>
            <a:chOff x="12237120" y="1508400"/>
            <a:chExt cx="4886640" cy="2644200"/>
          </a:xfrm>
        </p:grpSpPr>
        <p:grpSp>
          <p:nvGrpSpPr>
            <p:cNvPr id="822" name="Google Shape;591;p 2"/>
            <p:cNvGrpSpPr/>
            <p:nvPr/>
          </p:nvGrpSpPr>
          <p:grpSpPr>
            <a:xfrm>
              <a:off x="14454360" y="3627720"/>
              <a:ext cx="2669400" cy="524880"/>
              <a:chOff x="14454360" y="3627720"/>
              <a:chExt cx="2669400" cy="524880"/>
            </a:xfrm>
          </p:grpSpPr>
          <p:sp>
            <p:nvSpPr>
              <p:cNvPr id="823" name="Google Shape;592;p 2"/>
              <p:cNvSpPr/>
              <p:nvPr/>
            </p:nvSpPr>
            <p:spPr>
              <a:xfrm>
                <a:off x="14454360" y="378396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24" name="Google Shape;593;p 2"/>
              <p:cNvSpPr/>
              <p:nvPr/>
            </p:nvSpPr>
            <p:spPr>
              <a:xfrm>
                <a:off x="14454360" y="3627720"/>
                <a:ext cx="26694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25" name="Google Shape;594;p 2"/>
            <p:cNvGrpSpPr/>
            <p:nvPr/>
          </p:nvGrpSpPr>
          <p:grpSpPr>
            <a:xfrm>
              <a:off x="14112720" y="2921760"/>
              <a:ext cx="3011040" cy="524880"/>
              <a:chOff x="14112720" y="2921760"/>
              <a:chExt cx="3011040" cy="524880"/>
            </a:xfrm>
          </p:grpSpPr>
          <p:sp>
            <p:nvSpPr>
              <p:cNvPr id="826" name="Google Shape;595;p 2"/>
              <p:cNvSpPr/>
              <p:nvPr/>
            </p:nvSpPr>
            <p:spPr>
              <a:xfrm>
                <a:off x="14112720" y="307800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7" name="Google Shape;596;p 2"/>
              <p:cNvSpPr/>
              <p:nvPr/>
            </p:nvSpPr>
            <p:spPr>
              <a:xfrm>
                <a:off x="14112720" y="2921760"/>
                <a:ext cx="3011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28" name="Google Shape;597;p 2"/>
            <p:cNvGrpSpPr/>
            <p:nvPr/>
          </p:nvGrpSpPr>
          <p:grpSpPr>
            <a:xfrm>
              <a:off x="13427640" y="1508400"/>
              <a:ext cx="1507680" cy="524880"/>
              <a:chOff x="13427640" y="1508400"/>
              <a:chExt cx="1507680" cy="524880"/>
            </a:xfrm>
          </p:grpSpPr>
          <p:sp>
            <p:nvSpPr>
              <p:cNvPr id="829" name="Google Shape;598;p 2"/>
              <p:cNvSpPr/>
              <p:nvPr/>
            </p:nvSpPr>
            <p:spPr>
              <a:xfrm>
                <a:off x="13427640" y="166464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30" name="Google Shape;599;p 2"/>
              <p:cNvSpPr/>
              <p:nvPr/>
            </p:nvSpPr>
            <p:spPr>
              <a:xfrm>
                <a:off x="13427640" y="1508400"/>
                <a:ext cx="1507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31" name="Google Shape;600;p 2"/>
            <p:cNvGrpSpPr/>
            <p:nvPr/>
          </p:nvGrpSpPr>
          <p:grpSpPr>
            <a:xfrm>
              <a:off x="15284160" y="2215080"/>
              <a:ext cx="1839600" cy="524880"/>
              <a:chOff x="15284160" y="2215080"/>
              <a:chExt cx="1839600" cy="524880"/>
            </a:xfrm>
          </p:grpSpPr>
          <p:sp>
            <p:nvSpPr>
              <p:cNvPr id="832" name="Google Shape;601;p 2"/>
              <p:cNvSpPr/>
              <p:nvPr/>
            </p:nvSpPr>
            <p:spPr>
              <a:xfrm>
                <a:off x="15284160" y="237132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33" name="Google Shape;602;p 2"/>
              <p:cNvSpPr/>
              <p:nvPr/>
            </p:nvSpPr>
            <p:spPr>
              <a:xfrm>
                <a:off x="15284160" y="2215080"/>
                <a:ext cx="18396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34" name="Google Shape;603;p 2"/>
            <p:cNvGrpSpPr/>
            <p:nvPr/>
          </p:nvGrpSpPr>
          <p:grpSpPr>
            <a:xfrm>
              <a:off x="15899040" y="1508400"/>
              <a:ext cx="1224360" cy="524880"/>
              <a:chOff x="15899040" y="1508400"/>
              <a:chExt cx="1224360" cy="524880"/>
            </a:xfrm>
          </p:grpSpPr>
          <p:sp>
            <p:nvSpPr>
              <p:cNvPr id="835" name="Google Shape;604;p 2"/>
              <p:cNvSpPr/>
              <p:nvPr/>
            </p:nvSpPr>
            <p:spPr>
              <a:xfrm>
                <a:off x="15899040" y="166464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36" name="Google Shape;605;p 2"/>
              <p:cNvSpPr/>
              <p:nvPr/>
            </p:nvSpPr>
            <p:spPr>
              <a:xfrm>
                <a:off x="15899040" y="150840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37" name="Google Shape;606;p 2"/>
            <p:cNvGrpSpPr/>
            <p:nvPr/>
          </p:nvGrpSpPr>
          <p:grpSpPr>
            <a:xfrm>
              <a:off x="12755520" y="2921760"/>
              <a:ext cx="1224360" cy="524880"/>
              <a:chOff x="12755520" y="2921760"/>
              <a:chExt cx="1224360" cy="524880"/>
            </a:xfrm>
          </p:grpSpPr>
          <p:sp>
            <p:nvSpPr>
              <p:cNvPr id="838" name="Google Shape;607;p 2"/>
              <p:cNvSpPr/>
              <p:nvPr/>
            </p:nvSpPr>
            <p:spPr>
              <a:xfrm>
                <a:off x="12755520" y="307800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9" name="Google Shape;608;p 2"/>
              <p:cNvSpPr/>
              <p:nvPr/>
            </p:nvSpPr>
            <p:spPr>
              <a:xfrm>
                <a:off x="12755520" y="292176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40" name="Google Shape;609;p 2"/>
            <p:cNvGrpSpPr/>
            <p:nvPr/>
          </p:nvGrpSpPr>
          <p:grpSpPr>
            <a:xfrm>
              <a:off x="13107240" y="3627720"/>
              <a:ext cx="1224360" cy="524880"/>
              <a:chOff x="13107240" y="3627720"/>
              <a:chExt cx="1224360" cy="524880"/>
            </a:xfrm>
          </p:grpSpPr>
          <p:sp>
            <p:nvSpPr>
              <p:cNvPr id="841" name="Google Shape;610;p 2"/>
              <p:cNvSpPr/>
              <p:nvPr/>
            </p:nvSpPr>
            <p:spPr>
              <a:xfrm>
                <a:off x="13107240" y="378396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2" name="Google Shape;611;p 2"/>
              <p:cNvSpPr/>
              <p:nvPr/>
            </p:nvSpPr>
            <p:spPr>
              <a:xfrm>
                <a:off x="13107240" y="36277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43" name="Google Shape;612;p 2"/>
            <p:cNvGrpSpPr/>
            <p:nvPr/>
          </p:nvGrpSpPr>
          <p:grpSpPr>
            <a:xfrm>
              <a:off x="14454360" y="2215080"/>
              <a:ext cx="745920" cy="524880"/>
              <a:chOff x="14454360" y="2215080"/>
              <a:chExt cx="745920" cy="524880"/>
            </a:xfrm>
          </p:grpSpPr>
          <p:sp>
            <p:nvSpPr>
              <p:cNvPr id="844" name="Google Shape;613;p 2"/>
              <p:cNvSpPr/>
              <p:nvPr/>
            </p:nvSpPr>
            <p:spPr>
              <a:xfrm>
                <a:off x="14454360" y="237132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5" name="Google Shape;614;p 2"/>
              <p:cNvSpPr/>
              <p:nvPr/>
            </p:nvSpPr>
            <p:spPr>
              <a:xfrm>
                <a:off x="14454360" y="221508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46" name="Google Shape;615;p 2"/>
            <p:cNvGrpSpPr/>
            <p:nvPr/>
          </p:nvGrpSpPr>
          <p:grpSpPr>
            <a:xfrm>
              <a:off x="12237120" y="3627720"/>
              <a:ext cx="745920" cy="524880"/>
              <a:chOff x="12237120" y="3627720"/>
              <a:chExt cx="745920" cy="524880"/>
            </a:xfrm>
          </p:grpSpPr>
          <p:sp>
            <p:nvSpPr>
              <p:cNvPr id="847" name="Google Shape;616;p 2"/>
              <p:cNvSpPr/>
              <p:nvPr/>
            </p:nvSpPr>
            <p:spPr>
              <a:xfrm>
                <a:off x="12237120" y="378396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48" name="Google Shape;617;p 2"/>
              <p:cNvSpPr/>
              <p:nvPr/>
            </p:nvSpPr>
            <p:spPr>
              <a:xfrm>
                <a:off x="12237120" y="362772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49" name="Google Shape;618;p 2"/>
            <p:cNvGrpSpPr/>
            <p:nvPr/>
          </p:nvGrpSpPr>
          <p:grpSpPr>
            <a:xfrm>
              <a:off x="15042600" y="1508400"/>
              <a:ext cx="745920" cy="524880"/>
              <a:chOff x="15042600" y="1508400"/>
              <a:chExt cx="745920" cy="524880"/>
            </a:xfrm>
          </p:grpSpPr>
          <p:sp>
            <p:nvSpPr>
              <p:cNvPr id="850" name="Google Shape;619;p 2"/>
              <p:cNvSpPr/>
              <p:nvPr/>
            </p:nvSpPr>
            <p:spPr>
              <a:xfrm>
                <a:off x="15042600" y="16646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1" name="Google Shape;620;p 2"/>
              <p:cNvSpPr/>
              <p:nvPr/>
            </p:nvSpPr>
            <p:spPr>
              <a:xfrm>
                <a:off x="15042600" y="150840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852" name="Google Shape;589;p 1"/>
          <p:cNvSpPr/>
          <p:nvPr/>
        </p:nvSpPr>
        <p:spPr>
          <a:xfrm>
            <a:off x="1109160" y="5257800"/>
            <a:ext cx="14316120" cy="36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86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Beispiel für grundlegende Spielmechaniken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lnSpc>
                <a:spcPct val="186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Weit verbreitetes und bekanntes Spielkonzept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lnSpc>
                <a:spcPct val="186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Einfache Implementierung mit klarer Struktur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853" name=""/>
          <p:cNvGrpSpPr/>
          <p:nvPr/>
        </p:nvGrpSpPr>
        <p:grpSpPr>
          <a:xfrm>
            <a:off x="1179360" y="1766880"/>
            <a:ext cx="2714040" cy="2121120"/>
            <a:chOff x="1179360" y="1766880"/>
            <a:chExt cx="2714040" cy="2121120"/>
          </a:xfrm>
        </p:grpSpPr>
        <p:grpSp>
          <p:nvGrpSpPr>
            <p:cNvPr id="854" name="Google Shape;511;p12"/>
            <p:cNvGrpSpPr/>
            <p:nvPr/>
          </p:nvGrpSpPr>
          <p:grpSpPr>
            <a:xfrm>
              <a:off x="1179360" y="1766880"/>
              <a:ext cx="2633400" cy="1663200"/>
              <a:chOff x="1179360" y="1766880"/>
              <a:chExt cx="2633400" cy="1663200"/>
            </a:xfrm>
          </p:grpSpPr>
          <p:sp>
            <p:nvSpPr>
              <p:cNvPr id="855" name="Google Shape;512;p12"/>
              <p:cNvSpPr/>
              <p:nvPr/>
            </p:nvSpPr>
            <p:spPr>
              <a:xfrm>
                <a:off x="1179360" y="193392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47029" y="0"/>
                    </a:moveTo>
                    <a:lnTo>
                      <a:pt x="704016" y="0"/>
                    </a:lnTo>
                    <a:cubicBezTo>
                      <a:pt x="729989" y="0"/>
                      <a:pt x="751045" y="21056"/>
                      <a:pt x="751045" y="47029"/>
                    </a:cubicBezTo>
                    <a:lnTo>
                      <a:pt x="751045" y="379711"/>
                    </a:lnTo>
                    <a:cubicBezTo>
                      <a:pt x="751045" y="405685"/>
                      <a:pt x="729989" y="426740"/>
                      <a:pt x="704016" y="426740"/>
                    </a:cubicBezTo>
                    <a:lnTo>
                      <a:pt x="47029" y="426740"/>
                    </a:lnTo>
                    <a:cubicBezTo>
                      <a:pt x="21056" y="426740"/>
                      <a:pt x="0" y="405685"/>
                      <a:pt x="0" y="379711"/>
                    </a:cubicBezTo>
                    <a:lnTo>
                      <a:pt x="0" y="47029"/>
                    </a:lnTo>
                    <a:cubicBezTo>
                      <a:pt x="0" y="21056"/>
                      <a:pt x="21056" y="0"/>
                      <a:pt x="47029" y="0"/>
                    </a:cubicBezTo>
                    <a:close/>
                  </a:path>
                </a:pathLst>
              </a:custGeom>
              <a:solidFill>
                <a:srgbClr val="ff542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56" name="Google Shape;513;p12"/>
              <p:cNvSpPr/>
              <p:nvPr/>
            </p:nvSpPr>
            <p:spPr>
              <a:xfrm>
                <a:off x="1179360" y="176688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57" name="Google Shape;517;p12"/>
            <p:cNvGrpSpPr/>
            <p:nvPr/>
          </p:nvGrpSpPr>
          <p:grpSpPr>
            <a:xfrm>
              <a:off x="1260000" y="2011320"/>
              <a:ext cx="2633400" cy="1663200"/>
              <a:chOff x="1260000" y="2011320"/>
              <a:chExt cx="2633400" cy="1663200"/>
            </a:xfrm>
          </p:grpSpPr>
          <p:sp>
            <p:nvSpPr>
              <p:cNvPr id="858" name="Google Shape;518;p12"/>
              <p:cNvSpPr/>
              <p:nvPr/>
            </p:nvSpPr>
            <p:spPr>
              <a:xfrm>
                <a:off x="1260000" y="217836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52908" y="0"/>
                    </a:moveTo>
                    <a:lnTo>
                      <a:pt x="698137" y="0"/>
                    </a:lnTo>
                    <a:cubicBezTo>
                      <a:pt x="727357" y="0"/>
                      <a:pt x="751045" y="23688"/>
                      <a:pt x="751045" y="52908"/>
                    </a:cubicBezTo>
                    <a:lnTo>
                      <a:pt x="751045" y="373833"/>
                    </a:lnTo>
                    <a:cubicBezTo>
                      <a:pt x="751045" y="403053"/>
                      <a:pt x="727357" y="426740"/>
                      <a:pt x="698137" y="426740"/>
                    </a:cubicBezTo>
                    <a:lnTo>
                      <a:pt x="52908" y="426740"/>
                    </a:lnTo>
                    <a:cubicBezTo>
                      <a:pt x="23688" y="426740"/>
                      <a:pt x="0" y="403053"/>
                      <a:pt x="0" y="373833"/>
                    </a:cubicBezTo>
                    <a:lnTo>
                      <a:pt x="0" y="52908"/>
                    </a:lnTo>
                    <a:cubicBezTo>
                      <a:pt x="0" y="23688"/>
                      <a:pt x="23688" y="0"/>
                      <a:pt x="5290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59" name="Google Shape;519;p12"/>
              <p:cNvSpPr/>
              <p:nvPr/>
            </p:nvSpPr>
            <p:spPr>
              <a:xfrm>
                <a:off x="1260000" y="201132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860" name="Google Shape;521;p12"/>
            <p:cNvSpPr/>
            <p:nvPr/>
          </p:nvSpPr>
          <p:spPr>
            <a:xfrm>
              <a:off x="1710360" y="2088360"/>
              <a:ext cx="1732680" cy="179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992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05</a:t>
              </a:r>
              <a:endParaRPr b="0" lang="en-US" sz="992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1" name="Google Shape;564;p 4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862" name="Google Shape;565;p 5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863" name="Google Shape;566;p 5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64" name="Google Shape;567;p 5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65" name="Google Shape;568;p 5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866" name="Google Shape;569;p 5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67" name="Google Shape;570;p 5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868" name="Google Shape;571;p 5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869" name="Google Shape;572;p 5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870" name="Google Shape;573;p 5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71" name="Google Shape;574;p 5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72" name="Google Shape;575;p 5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873" name="Google Shape;576;p 5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74" name="Google Shape;577;p 5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75" name="Google Shape;578;p 5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876" name="Google Shape;579;p 5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77" name="Google Shape;580;p 5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878" name="Google Shape;581;p 5"/>
          <p:cNvSpPr/>
          <p:nvPr/>
        </p:nvSpPr>
        <p:spPr>
          <a:xfrm>
            <a:off x="1109160" y="3700440"/>
            <a:ext cx="1032120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Warum C?</a:t>
            </a:r>
            <a:endParaRPr b="0" lang="en-US" sz="99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879" name="Google Shape;590;p 5"/>
          <p:cNvGrpSpPr/>
          <p:nvPr/>
        </p:nvGrpSpPr>
        <p:grpSpPr>
          <a:xfrm>
            <a:off x="12237120" y="1508400"/>
            <a:ext cx="4886640" cy="2644200"/>
            <a:chOff x="12237120" y="1508400"/>
            <a:chExt cx="4886640" cy="2644200"/>
          </a:xfrm>
        </p:grpSpPr>
        <p:grpSp>
          <p:nvGrpSpPr>
            <p:cNvPr id="880" name="Google Shape;591;p 5"/>
            <p:cNvGrpSpPr/>
            <p:nvPr/>
          </p:nvGrpSpPr>
          <p:grpSpPr>
            <a:xfrm>
              <a:off x="14454360" y="3627720"/>
              <a:ext cx="2669400" cy="524880"/>
              <a:chOff x="14454360" y="3627720"/>
              <a:chExt cx="2669400" cy="524880"/>
            </a:xfrm>
          </p:grpSpPr>
          <p:sp>
            <p:nvSpPr>
              <p:cNvPr id="881" name="Google Shape;592;p 5"/>
              <p:cNvSpPr/>
              <p:nvPr/>
            </p:nvSpPr>
            <p:spPr>
              <a:xfrm>
                <a:off x="14454360" y="378396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82" name="Google Shape;593;p 5"/>
              <p:cNvSpPr/>
              <p:nvPr/>
            </p:nvSpPr>
            <p:spPr>
              <a:xfrm>
                <a:off x="14454360" y="3627720"/>
                <a:ext cx="26694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83" name="Google Shape;594;p 5"/>
            <p:cNvGrpSpPr/>
            <p:nvPr/>
          </p:nvGrpSpPr>
          <p:grpSpPr>
            <a:xfrm>
              <a:off x="14112720" y="2921760"/>
              <a:ext cx="3011040" cy="524880"/>
              <a:chOff x="14112720" y="2921760"/>
              <a:chExt cx="3011040" cy="524880"/>
            </a:xfrm>
          </p:grpSpPr>
          <p:sp>
            <p:nvSpPr>
              <p:cNvPr id="884" name="Google Shape;595;p 5"/>
              <p:cNvSpPr/>
              <p:nvPr/>
            </p:nvSpPr>
            <p:spPr>
              <a:xfrm>
                <a:off x="14112720" y="307800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85" name="Google Shape;596;p 5"/>
              <p:cNvSpPr/>
              <p:nvPr/>
            </p:nvSpPr>
            <p:spPr>
              <a:xfrm>
                <a:off x="14112720" y="2921760"/>
                <a:ext cx="3011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86" name="Google Shape;597;p 5"/>
            <p:cNvGrpSpPr/>
            <p:nvPr/>
          </p:nvGrpSpPr>
          <p:grpSpPr>
            <a:xfrm>
              <a:off x="13427640" y="1508400"/>
              <a:ext cx="1507680" cy="524880"/>
              <a:chOff x="13427640" y="1508400"/>
              <a:chExt cx="1507680" cy="524880"/>
            </a:xfrm>
          </p:grpSpPr>
          <p:sp>
            <p:nvSpPr>
              <p:cNvPr id="887" name="Google Shape;598;p 5"/>
              <p:cNvSpPr/>
              <p:nvPr/>
            </p:nvSpPr>
            <p:spPr>
              <a:xfrm>
                <a:off x="13427640" y="166464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88" name="Google Shape;599;p 5"/>
              <p:cNvSpPr/>
              <p:nvPr/>
            </p:nvSpPr>
            <p:spPr>
              <a:xfrm>
                <a:off x="13427640" y="1508400"/>
                <a:ext cx="1507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89" name="Google Shape;600;p 5"/>
            <p:cNvGrpSpPr/>
            <p:nvPr/>
          </p:nvGrpSpPr>
          <p:grpSpPr>
            <a:xfrm>
              <a:off x="15284160" y="2215080"/>
              <a:ext cx="1839600" cy="524880"/>
              <a:chOff x="15284160" y="2215080"/>
              <a:chExt cx="1839600" cy="524880"/>
            </a:xfrm>
          </p:grpSpPr>
          <p:sp>
            <p:nvSpPr>
              <p:cNvPr id="890" name="Google Shape;601;p 5"/>
              <p:cNvSpPr/>
              <p:nvPr/>
            </p:nvSpPr>
            <p:spPr>
              <a:xfrm>
                <a:off x="15284160" y="237132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91" name="Google Shape;602;p 5"/>
              <p:cNvSpPr/>
              <p:nvPr/>
            </p:nvSpPr>
            <p:spPr>
              <a:xfrm>
                <a:off x="15284160" y="2215080"/>
                <a:ext cx="18396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92" name="Google Shape;603;p 5"/>
            <p:cNvGrpSpPr/>
            <p:nvPr/>
          </p:nvGrpSpPr>
          <p:grpSpPr>
            <a:xfrm>
              <a:off x="15899040" y="1508400"/>
              <a:ext cx="1224360" cy="524880"/>
              <a:chOff x="15899040" y="1508400"/>
              <a:chExt cx="1224360" cy="524880"/>
            </a:xfrm>
          </p:grpSpPr>
          <p:sp>
            <p:nvSpPr>
              <p:cNvPr id="893" name="Google Shape;604;p 5"/>
              <p:cNvSpPr/>
              <p:nvPr/>
            </p:nvSpPr>
            <p:spPr>
              <a:xfrm>
                <a:off x="15899040" y="166464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94" name="Google Shape;605;p 5"/>
              <p:cNvSpPr/>
              <p:nvPr/>
            </p:nvSpPr>
            <p:spPr>
              <a:xfrm>
                <a:off x="15899040" y="150840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95" name="Google Shape;606;p 5"/>
            <p:cNvGrpSpPr/>
            <p:nvPr/>
          </p:nvGrpSpPr>
          <p:grpSpPr>
            <a:xfrm>
              <a:off x="12755520" y="2921760"/>
              <a:ext cx="1224360" cy="524880"/>
              <a:chOff x="12755520" y="2921760"/>
              <a:chExt cx="1224360" cy="524880"/>
            </a:xfrm>
          </p:grpSpPr>
          <p:sp>
            <p:nvSpPr>
              <p:cNvPr id="896" name="Google Shape;607;p 5"/>
              <p:cNvSpPr/>
              <p:nvPr/>
            </p:nvSpPr>
            <p:spPr>
              <a:xfrm>
                <a:off x="12755520" y="307800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97" name="Google Shape;608;p 5"/>
              <p:cNvSpPr/>
              <p:nvPr/>
            </p:nvSpPr>
            <p:spPr>
              <a:xfrm>
                <a:off x="12755520" y="292176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98" name="Google Shape;609;p 5"/>
            <p:cNvGrpSpPr/>
            <p:nvPr/>
          </p:nvGrpSpPr>
          <p:grpSpPr>
            <a:xfrm>
              <a:off x="13107240" y="3627720"/>
              <a:ext cx="1224360" cy="524880"/>
              <a:chOff x="13107240" y="3627720"/>
              <a:chExt cx="1224360" cy="524880"/>
            </a:xfrm>
          </p:grpSpPr>
          <p:sp>
            <p:nvSpPr>
              <p:cNvPr id="899" name="Google Shape;610;p 5"/>
              <p:cNvSpPr/>
              <p:nvPr/>
            </p:nvSpPr>
            <p:spPr>
              <a:xfrm>
                <a:off x="13107240" y="378396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00" name="Google Shape;611;p 5"/>
              <p:cNvSpPr/>
              <p:nvPr/>
            </p:nvSpPr>
            <p:spPr>
              <a:xfrm>
                <a:off x="13107240" y="36277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01" name="Google Shape;612;p 5"/>
            <p:cNvGrpSpPr/>
            <p:nvPr/>
          </p:nvGrpSpPr>
          <p:grpSpPr>
            <a:xfrm>
              <a:off x="14454360" y="2215080"/>
              <a:ext cx="745920" cy="524880"/>
              <a:chOff x="14454360" y="2215080"/>
              <a:chExt cx="745920" cy="524880"/>
            </a:xfrm>
          </p:grpSpPr>
          <p:sp>
            <p:nvSpPr>
              <p:cNvPr id="902" name="Google Shape;613;p 5"/>
              <p:cNvSpPr/>
              <p:nvPr/>
            </p:nvSpPr>
            <p:spPr>
              <a:xfrm>
                <a:off x="14454360" y="237132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03" name="Google Shape;614;p 5"/>
              <p:cNvSpPr/>
              <p:nvPr/>
            </p:nvSpPr>
            <p:spPr>
              <a:xfrm>
                <a:off x="14454360" y="221508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04" name="Google Shape;615;p 5"/>
            <p:cNvGrpSpPr/>
            <p:nvPr/>
          </p:nvGrpSpPr>
          <p:grpSpPr>
            <a:xfrm>
              <a:off x="12237120" y="3627720"/>
              <a:ext cx="745920" cy="524880"/>
              <a:chOff x="12237120" y="3627720"/>
              <a:chExt cx="745920" cy="524880"/>
            </a:xfrm>
          </p:grpSpPr>
          <p:sp>
            <p:nvSpPr>
              <p:cNvPr id="905" name="Google Shape;616;p 5"/>
              <p:cNvSpPr/>
              <p:nvPr/>
            </p:nvSpPr>
            <p:spPr>
              <a:xfrm>
                <a:off x="12237120" y="378396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06" name="Google Shape;617;p 5"/>
              <p:cNvSpPr/>
              <p:nvPr/>
            </p:nvSpPr>
            <p:spPr>
              <a:xfrm>
                <a:off x="12237120" y="362772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07" name="Google Shape;618;p 5"/>
            <p:cNvGrpSpPr/>
            <p:nvPr/>
          </p:nvGrpSpPr>
          <p:grpSpPr>
            <a:xfrm>
              <a:off x="15042600" y="1508400"/>
              <a:ext cx="745920" cy="524880"/>
              <a:chOff x="15042600" y="1508400"/>
              <a:chExt cx="745920" cy="524880"/>
            </a:xfrm>
          </p:grpSpPr>
          <p:sp>
            <p:nvSpPr>
              <p:cNvPr id="908" name="Google Shape;619;p 5"/>
              <p:cNvSpPr/>
              <p:nvPr/>
            </p:nvSpPr>
            <p:spPr>
              <a:xfrm>
                <a:off x="15042600" y="16646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09" name="Google Shape;620;p 5"/>
              <p:cNvSpPr/>
              <p:nvPr/>
            </p:nvSpPr>
            <p:spPr>
              <a:xfrm>
                <a:off x="15042600" y="150840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910" name="Google Shape;589;p 2"/>
          <p:cNvSpPr/>
          <p:nvPr/>
        </p:nvSpPr>
        <p:spPr>
          <a:xfrm>
            <a:off x="1109160" y="5257800"/>
            <a:ext cx="14316120" cy="38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Hoher Lernwert für uns durch direkte Arbeit mit Speicher und Systemressourcen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Erweiterung des Programmierhorizonts über Java und JavaScript hinaus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Low-Level-Sprache für ein tieferes Verständnis der Computerarchitektur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911" name=""/>
          <p:cNvGrpSpPr/>
          <p:nvPr/>
        </p:nvGrpSpPr>
        <p:grpSpPr>
          <a:xfrm>
            <a:off x="1186560" y="1765080"/>
            <a:ext cx="2714040" cy="2121120"/>
            <a:chOff x="1186560" y="1765080"/>
            <a:chExt cx="2714040" cy="2121120"/>
          </a:xfrm>
        </p:grpSpPr>
        <p:grpSp>
          <p:nvGrpSpPr>
            <p:cNvPr id="912" name="Google Shape;511;p12"/>
            <p:cNvGrpSpPr/>
            <p:nvPr/>
          </p:nvGrpSpPr>
          <p:grpSpPr>
            <a:xfrm>
              <a:off x="1186560" y="1765080"/>
              <a:ext cx="2633400" cy="1663200"/>
              <a:chOff x="1186560" y="1765080"/>
              <a:chExt cx="2633400" cy="1663200"/>
            </a:xfrm>
          </p:grpSpPr>
          <p:sp>
            <p:nvSpPr>
              <p:cNvPr id="913" name="Google Shape;512;p12"/>
              <p:cNvSpPr/>
              <p:nvPr/>
            </p:nvSpPr>
            <p:spPr>
              <a:xfrm>
                <a:off x="1186560" y="193212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47029" y="0"/>
                    </a:moveTo>
                    <a:lnTo>
                      <a:pt x="704016" y="0"/>
                    </a:lnTo>
                    <a:cubicBezTo>
                      <a:pt x="729989" y="0"/>
                      <a:pt x="751045" y="21056"/>
                      <a:pt x="751045" y="47029"/>
                    </a:cubicBezTo>
                    <a:lnTo>
                      <a:pt x="751045" y="379711"/>
                    </a:lnTo>
                    <a:cubicBezTo>
                      <a:pt x="751045" y="405685"/>
                      <a:pt x="729989" y="426740"/>
                      <a:pt x="704016" y="426740"/>
                    </a:cubicBezTo>
                    <a:lnTo>
                      <a:pt x="47029" y="426740"/>
                    </a:lnTo>
                    <a:cubicBezTo>
                      <a:pt x="21056" y="426740"/>
                      <a:pt x="0" y="405685"/>
                      <a:pt x="0" y="379711"/>
                    </a:cubicBezTo>
                    <a:lnTo>
                      <a:pt x="0" y="47029"/>
                    </a:lnTo>
                    <a:cubicBezTo>
                      <a:pt x="0" y="21056"/>
                      <a:pt x="21056" y="0"/>
                      <a:pt x="47029" y="0"/>
                    </a:cubicBezTo>
                    <a:close/>
                  </a:path>
                </a:pathLst>
              </a:custGeom>
              <a:solidFill>
                <a:srgbClr val="8000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14" name="Google Shape;513;p12"/>
              <p:cNvSpPr/>
              <p:nvPr/>
            </p:nvSpPr>
            <p:spPr>
              <a:xfrm>
                <a:off x="1186560" y="176508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15" name="Google Shape;517;p12"/>
            <p:cNvGrpSpPr/>
            <p:nvPr/>
          </p:nvGrpSpPr>
          <p:grpSpPr>
            <a:xfrm>
              <a:off x="1267200" y="2009520"/>
              <a:ext cx="2633400" cy="1663200"/>
              <a:chOff x="1267200" y="2009520"/>
              <a:chExt cx="2633400" cy="1663200"/>
            </a:xfrm>
          </p:grpSpPr>
          <p:sp>
            <p:nvSpPr>
              <p:cNvPr id="916" name="Google Shape;518;p12"/>
              <p:cNvSpPr/>
              <p:nvPr/>
            </p:nvSpPr>
            <p:spPr>
              <a:xfrm>
                <a:off x="1267200" y="2176560"/>
                <a:ext cx="2633400" cy="1496160"/>
              </a:xfrm>
              <a:custGeom>
                <a:avLst/>
                <a:gdLst>
                  <a:gd name="textAreaLeft" fmla="*/ 0 w 2633400"/>
                  <a:gd name="textAreaRight" fmla="*/ 2633760 w 2633400"/>
                  <a:gd name="textAreaTop" fmla="*/ 0 h 1496160"/>
                  <a:gd name="textAreaBottom" fmla="*/ 1496520 h 1496160"/>
                </a:gdLst>
                <a:ahLst/>
                <a:rect l="textAreaLeft" t="textAreaTop" r="textAreaRight" b="textAreaBottom"/>
                <a:pathLst>
                  <a:path w="751045" h="426740">
                    <a:moveTo>
                      <a:pt x="52908" y="0"/>
                    </a:moveTo>
                    <a:lnTo>
                      <a:pt x="698137" y="0"/>
                    </a:lnTo>
                    <a:cubicBezTo>
                      <a:pt x="727357" y="0"/>
                      <a:pt x="751045" y="23688"/>
                      <a:pt x="751045" y="52908"/>
                    </a:cubicBezTo>
                    <a:lnTo>
                      <a:pt x="751045" y="373833"/>
                    </a:lnTo>
                    <a:cubicBezTo>
                      <a:pt x="751045" y="403053"/>
                      <a:pt x="727357" y="426740"/>
                      <a:pt x="698137" y="426740"/>
                    </a:cubicBezTo>
                    <a:lnTo>
                      <a:pt x="52908" y="426740"/>
                    </a:lnTo>
                    <a:cubicBezTo>
                      <a:pt x="23688" y="426740"/>
                      <a:pt x="0" y="403053"/>
                      <a:pt x="0" y="373833"/>
                    </a:cubicBezTo>
                    <a:lnTo>
                      <a:pt x="0" y="52908"/>
                    </a:lnTo>
                    <a:cubicBezTo>
                      <a:pt x="0" y="23688"/>
                      <a:pt x="23688" y="0"/>
                      <a:pt x="5290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17" name="Google Shape;519;p12"/>
              <p:cNvSpPr/>
              <p:nvPr/>
            </p:nvSpPr>
            <p:spPr>
              <a:xfrm>
                <a:off x="1267200" y="2009520"/>
                <a:ext cx="2633400" cy="166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0480" rIns="60480" tIns="60480" bIns="6048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918" name="Google Shape;521;p12"/>
            <p:cNvSpPr/>
            <p:nvPr/>
          </p:nvSpPr>
          <p:spPr>
            <a:xfrm>
              <a:off x="1717560" y="2086560"/>
              <a:ext cx="1732680" cy="179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9000"/>
                </a:lnSpc>
                <a:tabLst>
                  <a:tab algn="l" pos="0"/>
                </a:tabLst>
              </a:pPr>
              <a:r>
                <a:rPr b="0" lang="en-US" sz="9920" strike="noStrike" u="none">
                  <a:solidFill>
                    <a:srgbClr val="ffffff"/>
                  </a:solidFill>
                  <a:uFillTx/>
                  <a:latin typeface="Courier New"/>
                  <a:ea typeface="Courier New"/>
                </a:rPr>
                <a:t>06</a:t>
              </a:r>
              <a:endParaRPr b="0" lang="en-US" sz="992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9" name="Google Shape;1360;p28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920" name="Google Shape;1361;p 1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921" name="Google Shape;1362;p 1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22" name="Google Shape;1363;p 1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23" name="Google Shape;1364;p 1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924" name="Google Shape;1365;p 1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4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25" name="Google Shape;1366;p 1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cxnSp>
          <p:nvCxnSpPr>
            <p:cNvPr id="926" name="Google Shape;1367;p 1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60">
              <a:solidFill>
                <a:srgbClr val="ffffff"/>
              </a:solidFill>
              <a:round/>
            </a:ln>
          </p:spPr>
        </p:cxnSp>
        <p:grpSp>
          <p:nvGrpSpPr>
            <p:cNvPr id="927" name="Google Shape;1368;p 1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928" name="Google Shape;1369;p 1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29" name="Google Shape;1370;p 1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30" name="Google Shape;1371;p 1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931" name="Google Shape;1372;p 1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32" name="Google Shape;1373;p 1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33" name="Google Shape;1374;p 1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934" name="Google Shape;1375;p 1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44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35" name="Google Shape;1376;p 1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grpSp>
        <p:nvGrpSpPr>
          <p:cNvPr id="936" name="Google Shape;1377;p 1"/>
          <p:cNvGrpSpPr/>
          <p:nvPr/>
        </p:nvGrpSpPr>
        <p:grpSpPr>
          <a:xfrm>
            <a:off x="12110040" y="1603440"/>
            <a:ext cx="5149440" cy="2786760"/>
            <a:chOff x="12110040" y="1603440"/>
            <a:chExt cx="5149440" cy="2786760"/>
          </a:xfrm>
        </p:grpSpPr>
        <p:grpSp>
          <p:nvGrpSpPr>
            <p:cNvPr id="937" name="Google Shape;1378;p 1"/>
            <p:cNvGrpSpPr/>
            <p:nvPr/>
          </p:nvGrpSpPr>
          <p:grpSpPr>
            <a:xfrm>
              <a:off x="12110040" y="1603440"/>
              <a:ext cx="2812680" cy="553320"/>
              <a:chOff x="12110040" y="1603440"/>
              <a:chExt cx="2812680" cy="553320"/>
            </a:xfrm>
          </p:grpSpPr>
          <p:sp>
            <p:nvSpPr>
              <p:cNvPr id="938" name="Google Shape;1379;p 1"/>
              <p:cNvSpPr/>
              <p:nvPr/>
            </p:nvSpPr>
            <p:spPr>
              <a:xfrm rot="10800000">
                <a:off x="12110040" y="1603440"/>
                <a:ext cx="2812680" cy="388440"/>
              </a:xfrm>
              <a:custGeom>
                <a:avLst/>
                <a:gdLst>
                  <a:gd name="textAreaLeft" fmla="*/ 0 w 2812680"/>
                  <a:gd name="textAreaRight" fmla="*/ 2813040 w 281268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39" name="Google Shape;1380;p 1"/>
              <p:cNvSpPr/>
              <p:nvPr/>
            </p:nvSpPr>
            <p:spPr>
              <a:xfrm rot="10800000">
                <a:off x="12110040" y="1603440"/>
                <a:ext cx="281268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40" name="Google Shape;1381;p 1"/>
            <p:cNvGrpSpPr/>
            <p:nvPr/>
          </p:nvGrpSpPr>
          <p:grpSpPr>
            <a:xfrm>
              <a:off x="12110400" y="2347560"/>
              <a:ext cx="3172680" cy="553320"/>
              <a:chOff x="12110400" y="2347560"/>
              <a:chExt cx="3172680" cy="553320"/>
            </a:xfrm>
          </p:grpSpPr>
          <p:sp>
            <p:nvSpPr>
              <p:cNvPr id="941" name="Google Shape;1382;p 1"/>
              <p:cNvSpPr/>
              <p:nvPr/>
            </p:nvSpPr>
            <p:spPr>
              <a:xfrm rot="10800000">
                <a:off x="12110400" y="2347560"/>
                <a:ext cx="3172680" cy="388440"/>
              </a:xfrm>
              <a:custGeom>
                <a:avLst/>
                <a:gdLst>
                  <a:gd name="textAreaLeft" fmla="*/ 0 w 3172680"/>
                  <a:gd name="textAreaRight" fmla="*/ 3173040 w 317268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42" name="Google Shape;1383;p 1"/>
              <p:cNvSpPr/>
              <p:nvPr/>
            </p:nvSpPr>
            <p:spPr>
              <a:xfrm rot="10800000">
                <a:off x="12110400" y="2347560"/>
                <a:ext cx="317268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43" name="Google Shape;1384;p 1"/>
            <p:cNvGrpSpPr/>
            <p:nvPr/>
          </p:nvGrpSpPr>
          <p:grpSpPr>
            <a:xfrm>
              <a:off x="14415840" y="3836880"/>
              <a:ext cx="1588680" cy="553320"/>
              <a:chOff x="14415840" y="3836880"/>
              <a:chExt cx="1588680" cy="553320"/>
            </a:xfrm>
          </p:grpSpPr>
          <p:sp>
            <p:nvSpPr>
              <p:cNvPr id="944" name="Google Shape;1385;p 1"/>
              <p:cNvSpPr/>
              <p:nvPr/>
            </p:nvSpPr>
            <p:spPr>
              <a:xfrm rot="10800000">
                <a:off x="14415840" y="3836880"/>
                <a:ext cx="1588680" cy="388440"/>
              </a:xfrm>
              <a:custGeom>
                <a:avLst/>
                <a:gdLst>
                  <a:gd name="textAreaLeft" fmla="*/ 0 w 1588680"/>
                  <a:gd name="textAreaRight" fmla="*/ 1589040 w 158868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45" name="Google Shape;1386;p 1"/>
              <p:cNvSpPr/>
              <p:nvPr/>
            </p:nvSpPr>
            <p:spPr>
              <a:xfrm rot="10800000">
                <a:off x="14415840" y="3836880"/>
                <a:ext cx="158868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46" name="Google Shape;1387;p 1"/>
            <p:cNvGrpSpPr/>
            <p:nvPr/>
          </p:nvGrpSpPr>
          <p:grpSpPr>
            <a:xfrm>
              <a:off x="12110400" y="3092040"/>
              <a:ext cx="1938240" cy="553320"/>
              <a:chOff x="12110400" y="3092040"/>
              <a:chExt cx="1938240" cy="553320"/>
            </a:xfrm>
          </p:grpSpPr>
          <p:sp>
            <p:nvSpPr>
              <p:cNvPr id="947" name="Google Shape;1388;p 1"/>
              <p:cNvSpPr/>
              <p:nvPr/>
            </p:nvSpPr>
            <p:spPr>
              <a:xfrm rot="10800000">
                <a:off x="12110400" y="3092040"/>
                <a:ext cx="1938240" cy="388440"/>
              </a:xfrm>
              <a:custGeom>
                <a:avLst/>
                <a:gdLst>
                  <a:gd name="textAreaLeft" fmla="*/ 0 w 1938240"/>
                  <a:gd name="textAreaRight" fmla="*/ 1938600 w 193824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48" name="Google Shape;1389;p 1"/>
              <p:cNvSpPr/>
              <p:nvPr/>
            </p:nvSpPr>
            <p:spPr>
              <a:xfrm rot="10800000">
                <a:off x="12110400" y="3092040"/>
                <a:ext cx="193824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49" name="Google Shape;1390;p 1"/>
            <p:cNvGrpSpPr/>
            <p:nvPr/>
          </p:nvGrpSpPr>
          <p:grpSpPr>
            <a:xfrm>
              <a:off x="12110040" y="3836880"/>
              <a:ext cx="1290240" cy="553320"/>
              <a:chOff x="12110040" y="3836880"/>
              <a:chExt cx="1290240" cy="553320"/>
            </a:xfrm>
          </p:grpSpPr>
          <p:sp>
            <p:nvSpPr>
              <p:cNvPr id="950" name="Google Shape;1391;p 1"/>
              <p:cNvSpPr/>
              <p:nvPr/>
            </p:nvSpPr>
            <p:spPr>
              <a:xfrm rot="10800000">
                <a:off x="12110040" y="3836880"/>
                <a:ext cx="1290240" cy="388440"/>
              </a:xfrm>
              <a:custGeom>
                <a:avLst/>
                <a:gdLst>
                  <a:gd name="textAreaLeft" fmla="*/ 0 w 1290240"/>
                  <a:gd name="textAreaRight" fmla="*/ 1290600 w 129024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51" name="Google Shape;1392;p 1"/>
              <p:cNvSpPr/>
              <p:nvPr/>
            </p:nvSpPr>
            <p:spPr>
              <a:xfrm rot="10800000">
                <a:off x="12110040" y="3836880"/>
                <a:ext cx="129024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52" name="Google Shape;1393;p 1"/>
            <p:cNvGrpSpPr/>
            <p:nvPr/>
          </p:nvGrpSpPr>
          <p:grpSpPr>
            <a:xfrm>
              <a:off x="15422760" y="2347560"/>
              <a:ext cx="1290240" cy="553320"/>
              <a:chOff x="15422760" y="2347560"/>
              <a:chExt cx="1290240" cy="553320"/>
            </a:xfrm>
          </p:grpSpPr>
          <p:sp>
            <p:nvSpPr>
              <p:cNvPr id="953" name="Google Shape;1394;p 1"/>
              <p:cNvSpPr/>
              <p:nvPr/>
            </p:nvSpPr>
            <p:spPr>
              <a:xfrm rot="10800000">
                <a:off x="15422760" y="2347560"/>
                <a:ext cx="1290240" cy="388440"/>
              </a:xfrm>
              <a:custGeom>
                <a:avLst/>
                <a:gdLst>
                  <a:gd name="textAreaLeft" fmla="*/ 0 w 1290240"/>
                  <a:gd name="textAreaRight" fmla="*/ 1290600 w 129024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54" name="Google Shape;1395;p 1"/>
              <p:cNvSpPr/>
              <p:nvPr/>
            </p:nvSpPr>
            <p:spPr>
              <a:xfrm rot="10800000">
                <a:off x="15422760" y="2347560"/>
                <a:ext cx="129024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55" name="Google Shape;1396;p 1"/>
            <p:cNvGrpSpPr/>
            <p:nvPr/>
          </p:nvGrpSpPr>
          <p:grpSpPr>
            <a:xfrm>
              <a:off x="15052320" y="1603440"/>
              <a:ext cx="1290240" cy="553320"/>
              <a:chOff x="15052320" y="1603440"/>
              <a:chExt cx="1290240" cy="553320"/>
            </a:xfrm>
          </p:grpSpPr>
          <p:sp>
            <p:nvSpPr>
              <p:cNvPr id="956" name="Google Shape;1397;p 1"/>
              <p:cNvSpPr/>
              <p:nvPr/>
            </p:nvSpPr>
            <p:spPr>
              <a:xfrm rot="10800000">
                <a:off x="15052320" y="1603440"/>
                <a:ext cx="1290240" cy="388440"/>
              </a:xfrm>
              <a:custGeom>
                <a:avLst/>
                <a:gdLst>
                  <a:gd name="textAreaLeft" fmla="*/ 0 w 1290240"/>
                  <a:gd name="textAreaRight" fmla="*/ 1290600 w 129024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57" name="Google Shape;1398;p 1"/>
              <p:cNvSpPr/>
              <p:nvPr/>
            </p:nvSpPr>
            <p:spPr>
              <a:xfrm rot="10800000">
                <a:off x="15052320" y="1603440"/>
                <a:ext cx="129024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58" name="Google Shape;1399;p 1"/>
            <p:cNvGrpSpPr/>
            <p:nvPr/>
          </p:nvGrpSpPr>
          <p:grpSpPr>
            <a:xfrm>
              <a:off x="14136480" y="3092040"/>
              <a:ext cx="786240" cy="553320"/>
              <a:chOff x="14136480" y="3092040"/>
              <a:chExt cx="786240" cy="553320"/>
            </a:xfrm>
          </p:grpSpPr>
          <p:sp>
            <p:nvSpPr>
              <p:cNvPr id="959" name="Google Shape;1400;p 1"/>
              <p:cNvSpPr/>
              <p:nvPr/>
            </p:nvSpPr>
            <p:spPr>
              <a:xfrm rot="10800000">
                <a:off x="14136480" y="3092040"/>
                <a:ext cx="786240" cy="388440"/>
              </a:xfrm>
              <a:custGeom>
                <a:avLst/>
                <a:gdLst>
                  <a:gd name="textAreaLeft" fmla="*/ 0 w 786240"/>
                  <a:gd name="textAreaRight" fmla="*/ 786600 w 78624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60" name="Google Shape;1401;p 1"/>
              <p:cNvSpPr/>
              <p:nvPr/>
            </p:nvSpPr>
            <p:spPr>
              <a:xfrm rot="10800000">
                <a:off x="14136480" y="3092040"/>
                <a:ext cx="78624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61" name="Google Shape;1402;p 1"/>
            <p:cNvGrpSpPr/>
            <p:nvPr/>
          </p:nvGrpSpPr>
          <p:grpSpPr>
            <a:xfrm>
              <a:off x="16473240" y="1603440"/>
              <a:ext cx="786240" cy="553320"/>
              <a:chOff x="16473240" y="1603440"/>
              <a:chExt cx="786240" cy="553320"/>
            </a:xfrm>
          </p:grpSpPr>
          <p:sp>
            <p:nvSpPr>
              <p:cNvPr id="962" name="Google Shape;1403;p 1"/>
              <p:cNvSpPr/>
              <p:nvPr/>
            </p:nvSpPr>
            <p:spPr>
              <a:xfrm rot="10800000">
                <a:off x="16473240" y="1603440"/>
                <a:ext cx="786240" cy="388440"/>
              </a:xfrm>
              <a:custGeom>
                <a:avLst/>
                <a:gdLst>
                  <a:gd name="textAreaLeft" fmla="*/ 0 w 786240"/>
                  <a:gd name="textAreaRight" fmla="*/ 786600 w 78624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63" name="Google Shape;1404;p 1"/>
              <p:cNvSpPr/>
              <p:nvPr/>
            </p:nvSpPr>
            <p:spPr>
              <a:xfrm rot="10800000">
                <a:off x="16473240" y="1603440"/>
                <a:ext cx="78624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64" name="Google Shape;1405;p 1"/>
            <p:cNvGrpSpPr/>
            <p:nvPr/>
          </p:nvGrpSpPr>
          <p:grpSpPr>
            <a:xfrm>
              <a:off x="13516560" y="3836880"/>
              <a:ext cx="786240" cy="553320"/>
              <a:chOff x="13516560" y="3836880"/>
              <a:chExt cx="786240" cy="553320"/>
            </a:xfrm>
          </p:grpSpPr>
          <p:sp>
            <p:nvSpPr>
              <p:cNvPr id="965" name="Google Shape;1406;p 1"/>
              <p:cNvSpPr/>
              <p:nvPr/>
            </p:nvSpPr>
            <p:spPr>
              <a:xfrm rot="10800000">
                <a:off x="13516560" y="3836880"/>
                <a:ext cx="786240" cy="388440"/>
              </a:xfrm>
              <a:custGeom>
                <a:avLst/>
                <a:gdLst>
                  <a:gd name="textAreaLeft" fmla="*/ 0 w 786240"/>
                  <a:gd name="textAreaRight" fmla="*/ 786600 w 786240"/>
                  <a:gd name="textAreaTop" fmla="*/ 0 h 388440"/>
                  <a:gd name="textAreaBottom" fmla="*/ 388800 h 3884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66" name="Google Shape;1407;p 1"/>
              <p:cNvSpPr/>
              <p:nvPr/>
            </p:nvSpPr>
            <p:spPr>
              <a:xfrm rot="10800000">
                <a:off x="13516560" y="3836880"/>
                <a:ext cx="786240" cy="553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967" name="Google Shape;1409;p 1"/>
          <p:cNvSpPr/>
          <p:nvPr/>
        </p:nvSpPr>
        <p:spPr>
          <a:xfrm>
            <a:off x="1028880" y="1431720"/>
            <a:ext cx="1314432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8630" strike="noStrike" u="none">
                <a:solidFill>
                  <a:srgbClr val="ffffff"/>
                </a:solidFill>
                <a:uFillTx/>
                <a:latin typeface="Courier New"/>
                <a:ea typeface="Courier New"/>
              </a:rPr>
              <a:t>Fragen?</a:t>
            </a:r>
            <a:endParaRPr b="0" lang="en-US" sz="86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Application>LibreOffice/24.8.5.2$Linux_X86_64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2025-03-24T10:32:12Z</dcterms:modified>
  <cp:revision>6</cp:revision>
  <dc:subject/>
  <dc:title/>
</cp:coreProperties>
</file>